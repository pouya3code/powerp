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90" r:id="rId2"/>
    <p:sldId id="287" r:id="rId3"/>
    <p:sldId id="299" r:id="rId4"/>
    <p:sldId id="289" r:id="rId5"/>
    <p:sldId id="300" r:id="rId6"/>
    <p:sldId id="301" r:id="rId7"/>
    <p:sldId id="256" r:id="rId8"/>
    <p:sldId id="261" r:id="rId9"/>
    <p:sldId id="258" r:id="rId10"/>
    <p:sldId id="302" r:id="rId11"/>
    <p:sldId id="259" r:id="rId12"/>
    <p:sldId id="260" r:id="rId13"/>
    <p:sldId id="265" r:id="rId14"/>
    <p:sldId id="263" r:id="rId15"/>
    <p:sldId id="269" r:id="rId16"/>
    <p:sldId id="291" r:id="rId17"/>
    <p:sldId id="262" r:id="rId18"/>
    <p:sldId id="292" r:id="rId19"/>
    <p:sldId id="266" r:id="rId20"/>
    <p:sldId id="293" r:id="rId21"/>
    <p:sldId id="294" r:id="rId22"/>
    <p:sldId id="295" r:id="rId23"/>
    <p:sldId id="296" r:id="rId24"/>
    <p:sldId id="297" r:id="rId25"/>
    <p:sldId id="298" r:id="rId26"/>
    <p:sldId id="288"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3E8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371" autoAdjust="0"/>
    <p:restoredTop sz="94660"/>
  </p:normalViewPr>
  <p:slideViewPr>
    <p:cSldViewPr snapToGrid="0">
      <p:cViewPr>
        <p:scale>
          <a:sx n="100" d="100"/>
          <a:sy n="100" d="100"/>
        </p:scale>
        <p:origin x="456" y="2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375F32-E676-496B-A57F-B0ABC652C735}" type="datetimeFigureOut">
              <a:rPr lang="en-US" smtClean="0"/>
              <a:t>10/25/2026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D97BF5-94AC-42BA-B8A6-D5841E9E2496}" type="slidenum">
              <a:rPr lang="en-US" smtClean="0"/>
              <a:t>‹#›</a:t>
            </a:fld>
            <a:endParaRPr lang="en-US"/>
          </a:p>
        </p:txBody>
      </p:sp>
    </p:spTree>
    <p:extLst>
      <p:ext uri="{BB962C8B-B14F-4D97-AF65-F5344CB8AC3E}">
        <p14:creationId xmlns:p14="http://schemas.microsoft.com/office/powerpoint/2010/main" val="1165713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0" name="Google Shape;430;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 name="Google Shape;7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3" name="Google Shape;11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1" name="Google Shape;291;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0" name="Google Shape;430;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37" name="Google Shape;13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23266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 name="Google Shape;7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2" name="Google Shape;17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3" name="Google Shape;41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
        <p:cNvGrpSpPr/>
        <p:nvPr/>
      </p:nvGrpSpPr>
      <p:grpSpPr>
        <a:xfrm>
          <a:off x="0" y="0"/>
          <a:ext cx="0" cy="0"/>
          <a:chOff x="0" y="0"/>
          <a:chExt cx="0" cy="0"/>
        </a:xfrm>
      </p:grpSpPr>
    </p:spTree>
    <p:extLst>
      <p:ext uri="{BB962C8B-B14F-4D97-AF65-F5344CB8AC3E}">
        <p14:creationId xmlns:p14="http://schemas.microsoft.com/office/powerpoint/2010/main" val="804731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3"/>
          <p:cNvSpPr txBox="1">
            <a:spLocks noGrp="1"/>
          </p:cNvSpPr>
          <p:nvPr>
            <p:ph type="subTitle" idx="1"/>
          </p:nvPr>
        </p:nvSpPr>
        <p:spPr>
          <a:xfrm>
            <a:off x="3727117" y="1816117"/>
            <a:ext cx="4267200" cy="1168400"/>
          </a:xfrm>
          <a:prstGeom prst="rect">
            <a:avLst/>
          </a:prstGeom>
          <a:noFill/>
          <a:ln>
            <a:noFill/>
          </a:ln>
        </p:spPr>
        <p:txBody>
          <a:bodyPr spcFirstLastPara="1" wrap="square" lIns="91425" tIns="45700" rIns="91425" bIns="45700" anchor="t" anchorCtr="0">
            <a:normAutofit/>
          </a:bodyPr>
          <a:lstStyle>
            <a:lvl1pPr lvl="0" algn="ctr">
              <a:spcBef>
                <a:spcPts val="427"/>
              </a:spcBef>
              <a:spcAft>
                <a:spcPts val="0"/>
              </a:spcAft>
              <a:buSzPts val="3200"/>
              <a:buNone/>
              <a:defRPr/>
            </a:lvl1pPr>
            <a:lvl2pPr lvl="1" algn="ctr">
              <a:spcBef>
                <a:spcPts val="373"/>
              </a:spcBef>
              <a:spcAft>
                <a:spcPts val="0"/>
              </a:spcAft>
              <a:buClr>
                <a:srgbClr val="888888"/>
              </a:buClr>
              <a:buSzPts val="2800"/>
              <a:buNone/>
              <a:defRPr>
                <a:solidFill>
                  <a:srgbClr val="888888"/>
                </a:solidFill>
              </a:defRPr>
            </a:lvl2pPr>
            <a:lvl3pPr lvl="2" algn="ctr">
              <a:spcBef>
                <a:spcPts val="320"/>
              </a:spcBef>
              <a:spcAft>
                <a:spcPts val="0"/>
              </a:spcAft>
              <a:buClr>
                <a:srgbClr val="888888"/>
              </a:buClr>
              <a:buSzPts val="2400"/>
              <a:buNone/>
              <a:defRPr>
                <a:solidFill>
                  <a:srgbClr val="888888"/>
                </a:solidFill>
              </a:defRPr>
            </a:lvl3pPr>
            <a:lvl4pPr lvl="3" algn="ctr">
              <a:spcBef>
                <a:spcPts val="267"/>
              </a:spcBef>
              <a:spcAft>
                <a:spcPts val="0"/>
              </a:spcAft>
              <a:buClr>
                <a:srgbClr val="888888"/>
              </a:buClr>
              <a:buSzPts val="2000"/>
              <a:buNone/>
              <a:defRPr>
                <a:solidFill>
                  <a:srgbClr val="888888"/>
                </a:solidFill>
              </a:defRPr>
            </a:lvl4pPr>
            <a:lvl5pPr lvl="4" algn="ctr">
              <a:spcBef>
                <a:spcPts val="267"/>
              </a:spcBef>
              <a:spcAft>
                <a:spcPts val="0"/>
              </a:spcAft>
              <a:buClr>
                <a:srgbClr val="888888"/>
              </a:buClr>
              <a:buSzPts val="2000"/>
              <a:buNone/>
              <a:defRPr>
                <a:solidFill>
                  <a:srgbClr val="888888"/>
                </a:solidFill>
              </a:defRPr>
            </a:lvl5pPr>
            <a:lvl6pPr lvl="5" algn="ctr">
              <a:spcBef>
                <a:spcPts val="267"/>
              </a:spcBef>
              <a:spcAft>
                <a:spcPts val="0"/>
              </a:spcAft>
              <a:buClr>
                <a:srgbClr val="888888"/>
              </a:buClr>
              <a:buSzPts val="2000"/>
              <a:buNone/>
              <a:defRPr>
                <a:solidFill>
                  <a:srgbClr val="888888"/>
                </a:solidFill>
              </a:defRPr>
            </a:lvl6pPr>
            <a:lvl7pPr lvl="6" algn="ctr">
              <a:spcBef>
                <a:spcPts val="267"/>
              </a:spcBef>
              <a:spcAft>
                <a:spcPts val="0"/>
              </a:spcAft>
              <a:buClr>
                <a:srgbClr val="888888"/>
              </a:buClr>
              <a:buSzPts val="2000"/>
              <a:buNone/>
              <a:defRPr>
                <a:solidFill>
                  <a:srgbClr val="888888"/>
                </a:solidFill>
              </a:defRPr>
            </a:lvl7pPr>
            <a:lvl8pPr lvl="7" algn="ctr">
              <a:spcBef>
                <a:spcPts val="267"/>
              </a:spcBef>
              <a:spcAft>
                <a:spcPts val="0"/>
              </a:spcAft>
              <a:buClr>
                <a:srgbClr val="888888"/>
              </a:buClr>
              <a:buSzPts val="2000"/>
              <a:buNone/>
              <a:defRPr>
                <a:solidFill>
                  <a:srgbClr val="888888"/>
                </a:solidFill>
              </a:defRPr>
            </a:lvl8pPr>
            <a:lvl9pPr lvl="8" algn="ctr">
              <a:spcBef>
                <a:spcPts val="267"/>
              </a:spcBef>
              <a:spcAft>
                <a:spcPts val="0"/>
              </a:spcAft>
              <a:buClr>
                <a:srgbClr val="888888"/>
              </a:buClr>
              <a:buSzPts val="2000"/>
              <a:buNone/>
              <a:defRPr>
                <a:solidFill>
                  <a:srgbClr val="888888"/>
                </a:solidFill>
              </a:defRPr>
            </a:lvl9pPr>
          </a:lstStyle>
          <a:p>
            <a:endParaRPr/>
          </a:p>
        </p:txBody>
      </p:sp>
      <p:sp>
        <p:nvSpPr>
          <p:cNvPr id="11" name="Google Shape;11;p3"/>
          <p:cNvSpPr txBox="1">
            <a:spLocks noGrp="1"/>
          </p:cNvSpPr>
          <p:nvPr>
            <p:ph type="ctrTitle"/>
          </p:nvPr>
        </p:nvSpPr>
        <p:spPr>
          <a:xfrm>
            <a:off x="1993367" y="836117"/>
            <a:ext cx="7999000" cy="9800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1821022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25"/>
        <p:cNvGrpSpPr/>
        <p:nvPr/>
      </p:nvGrpSpPr>
      <p:grpSpPr>
        <a:xfrm>
          <a:off x="0" y="0"/>
          <a:ext cx="0" cy="0"/>
          <a:chOff x="0" y="0"/>
          <a:chExt cx="0" cy="0"/>
        </a:xfrm>
      </p:grpSpPr>
      <p:grpSp>
        <p:nvGrpSpPr>
          <p:cNvPr id="26" name="Google Shape;26;p8"/>
          <p:cNvGrpSpPr/>
          <p:nvPr/>
        </p:nvGrpSpPr>
        <p:grpSpPr>
          <a:xfrm>
            <a:off x="0" y="0"/>
            <a:ext cx="12192000" cy="6858000"/>
            <a:chOff x="0" y="0"/>
            <a:chExt cx="24384000" cy="13716000"/>
          </a:xfrm>
        </p:grpSpPr>
        <p:sp>
          <p:nvSpPr>
            <p:cNvPr id="27" name="Google Shape;27;p8"/>
            <p:cNvSpPr/>
            <p:nvPr/>
          </p:nvSpPr>
          <p:spPr>
            <a:xfrm rot="5400000">
              <a:off x="8503696" y="-8503696"/>
              <a:ext cx="7376608" cy="24384000"/>
            </a:xfrm>
            <a:custGeom>
              <a:avLst/>
              <a:gdLst/>
              <a:ahLst/>
              <a:cxnLst/>
              <a:rect l="l" t="t" r="r" b="b"/>
              <a:pathLst>
                <a:path w="7376608" h="24384000" extrusionOk="0">
                  <a:moveTo>
                    <a:pt x="0" y="0"/>
                  </a:moveTo>
                  <a:lnTo>
                    <a:pt x="7376608" y="0"/>
                  </a:lnTo>
                  <a:lnTo>
                    <a:pt x="7376608" y="24384000"/>
                  </a:lnTo>
                  <a:lnTo>
                    <a:pt x="0" y="24384000"/>
                  </a:lnTo>
                  <a:lnTo>
                    <a:pt x="0" y="0"/>
                  </a:lnTo>
                  <a:close/>
                </a:path>
              </a:pathLst>
            </a:custGeom>
            <a:blipFill rotWithShape="1">
              <a:blip r:embed="rId2">
                <a:alphaModFix/>
              </a:blip>
              <a:stretch>
                <a:fillRect l="-25549" r="-205008"/>
              </a:stretch>
            </a:blipFill>
            <a:ln>
              <a:noFill/>
            </a:ln>
          </p:spPr>
        </p:sp>
        <p:sp>
          <p:nvSpPr>
            <p:cNvPr id="28" name="Google Shape;28;p8"/>
            <p:cNvSpPr/>
            <p:nvPr/>
          </p:nvSpPr>
          <p:spPr>
            <a:xfrm rot="5400000" flipH="1">
              <a:off x="9022304" y="-1645696"/>
              <a:ext cx="6339392" cy="24384000"/>
            </a:xfrm>
            <a:custGeom>
              <a:avLst/>
              <a:gdLst/>
              <a:ahLst/>
              <a:cxnLst/>
              <a:rect l="l" t="t" r="r" b="b"/>
              <a:pathLst>
                <a:path w="6339392" h="24384000" extrusionOk="0">
                  <a:moveTo>
                    <a:pt x="0" y="24384000"/>
                  </a:moveTo>
                  <a:lnTo>
                    <a:pt x="6339392" y="24384000"/>
                  </a:lnTo>
                  <a:lnTo>
                    <a:pt x="6339392" y="0"/>
                  </a:lnTo>
                  <a:lnTo>
                    <a:pt x="0" y="0"/>
                  </a:lnTo>
                  <a:lnTo>
                    <a:pt x="0" y="24384000"/>
                  </a:lnTo>
                  <a:close/>
                </a:path>
              </a:pathLst>
            </a:custGeom>
            <a:blipFill rotWithShape="1">
              <a:blip r:embed="rId2">
                <a:alphaModFix/>
              </a:blip>
              <a:stretch>
                <a:fillRect l="-29732" r="-254898"/>
              </a:stretch>
            </a:blipFill>
            <a:ln>
              <a:noFill/>
            </a:ln>
          </p:spPr>
        </p:sp>
      </p:grpSp>
      <p:sp>
        <p:nvSpPr>
          <p:cNvPr id="29" name="Google Shape;29;p8"/>
          <p:cNvSpPr/>
          <p:nvPr/>
        </p:nvSpPr>
        <p:spPr>
          <a:xfrm>
            <a:off x="513519" y="652572"/>
            <a:ext cx="11180795" cy="5728826"/>
          </a:xfrm>
          <a:custGeom>
            <a:avLst/>
            <a:gdLst/>
            <a:ahLst/>
            <a:cxnLst/>
            <a:rect l="l" t="t" r="r" b="b"/>
            <a:pathLst>
              <a:path w="4417075" h="2263225" extrusionOk="0">
                <a:moveTo>
                  <a:pt x="0" y="0"/>
                </a:moveTo>
                <a:lnTo>
                  <a:pt x="4417075" y="0"/>
                </a:lnTo>
                <a:lnTo>
                  <a:pt x="4417075" y="2263225"/>
                </a:lnTo>
                <a:lnTo>
                  <a:pt x="0" y="2263225"/>
                </a:lnTo>
                <a:close/>
              </a:path>
            </a:pathLst>
          </a:custGeom>
          <a:solidFill>
            <a:srgbClr val="0F1A38"/>
          </a:solidFill>
          <a:ln>
            <a:noFill/>
          </a:ln>
        </p:spPr>
      </p:sp>
      <p:sp>
        <p:nvSpPr>
          <p:cNvPr id="30" name="Google Shape;30;p8"/>
          <p:cNvSpPr/>
          <p:nvPr/>
        </p:nvSpPr>
        <p:spPr>
          <a:xfrm>
            <a:off x="862618" y="980150"/>
            <a:ext cx="10438291" cy="5072411"/>
          </a:xfrm>
          <a:custGeom>
            <a:avLst/>
            <a:gdLst/>
            <a:ahLst/>
            <a:cxnLst/>
            <a:rect l="l" t="t" r="r" b="b"/>
            <a:pathLst>
              <a:path w="4123742" h="2003902" extrusionOk="0">
                <a:moveTo>
                  <a:pt x="0" y="0"/>
                </a:moveTo>
                <a:lnTo>
                  <a:pt x="4123742" y="0"/>
                </a:lnTo>
                <a:lnTo>
                  <a:pt x="4123742" y="2003902"/>
                </a:lnTo>
                <a:lnTo>
                  <a:pt x="0" y="2003902"/>
                </a:lnTo>
                <a:close/>
              </a:path>
            </a:pathLst>
          </a:custGeom>
          <a:solidFill>
            <a:srgbClr val="000000">
              <a:alpha val="0"/>
            </a:srgbClr>
          </a:solidFill>
          <a:ln w="38100" cap="sq" cmpd="sng">
            <a:solidFill>
              <a:srgbClr val="71CBEF"/>
            </a:solidFill>
            <a:prstDash val="solid"/>
            <a:miter lim="8000"/>
            <a:headEnd type="none" w="sm" len="sm"/>
            <a:tailEnd type="none" w="sm" len="sm"/>
          </a:ln>
        </p:spPr>
      </p:sp>
      <p:sp>
        <p:nvSpPr>
          <p:cNvPr id="31" name="Google Shape;31;p8"/>
          <p:cNvSpPr txBox="1">
            <a:spLocks noGrp="1"/>
          </p:cNvSpPr>
          <p:nvPr>
            <p:ph type="body" idx="1"/>
          </p:nvPr>
        </p:nvSpPr>
        <p:spPr>
          <a:xfrm>
            <a:off x="2675450" y="2479400"/>
            <a:ext cx="3407800" cy="3902000"/>
          </a:xfrm>
          <a:prstGeom prst="rect">
            <a:avLst/>
          </a:prstGeom>
          <a:noFill/>
          <a:ln>
            <a:noFill/>
          </a:ln>
        </p:spPr>
        <p:txBody>
          <a:bodyPr spcFirstLastPara="1" wrap="square" lIns="91425" tIns="45700" rIns="91425" bIns="45700" anchor="t" anchorCtr="0">
            <a:normAutofit/>
          </a:bodyPr>
          <a:lstStyle>
            <a:lvl1pPr marL="304815" lvl="0" indent="-287881" algn="l">
              <a:spcBef>
                <a:spcPts val="427"/>
              </a:spcBef>
              <a:spcAft>
                <a:spcPts val="0"/>
              </a:spcAft>
              <a:buClr>
                <a:schemeClr val="dk1"/>
              </a:buClr>
              <a:buSzPts val="3200"/>
              <a:buChar char="•"/>
              <a:defRPr sz="2133"/>
            </a:lvl1pPr>
            <a:lvl2pPr marL="609630" lvl="1" indent="-270947" algn="l">
              <a:spcBef>
                <a:spcPts val="373"/>
              </a:spcBef>
              <a:spcAft>
                <a:spcPts val="0"/>
              </a:spcAft>
              <a:buClr>
                <a:schemeClr val="dk1"/>
              </a:buClr>
              <a:buSzPts val="2800"/>
              <a:buChar char="–"/>
              <a:defRPr sz="1867"/>
            </a:lvl2pPr>
            <a:lvl3pPr marL="914446" lvl="2" indent="-254013" algn="l">
              <a:spcBef>
                <a:spcPts val="320"/>
              </a:spcBef>
              <a:spcAft>
                <a:spcPts val="0"/>
              </a:spcAft>
              <a:buClr>
                <a:schemeClr val="dk1"/>
              </a:buClr>
              <a:buSzPts val="2400"/>
              <a:buChar char="•"/>
              <a:defRPr sz="1600"/>
            </a:lvl3pPr>
            <a:lvl4pPr marL="1219261" lvl="3" indent="-237079" algn="l">
              <a:spcBef>
                <a:spcPts val="267"/>
              </a:spcBef>
              <a:spcAft>
                <a:spcPts val="0"/>
              </a:spcAft>
              <a:buClr>
                <a:schemeClr val="dk1"/>
              </a:buClr>
              <a:buSzPts val="2000"/>
              <a:buChar char="–"/>
              <a:defRPr sz="1333"/>
            </a:lvl4pPr>
            <a:lvl5pPr marL="1524076" lvl="4" indent="-237079" algn="l">
              <a:spcBef>
                <a:spcPts val="267"/>
              </a:spcBef>
              <a:spcAft>
                <a:spcPts val="0"/>
              </a:spcAft>
              <a:buClr>
                <a:schemeClr val="dk1"/>
              </a:buClr>
              <a:buSzPts val="2000"/>
              <a:buChar char="»"/>
              <a:defRPr sz="1333"/>
            </a:lvl5pPr>
            <a:lvl6pPr marL="1828891" lvl="5" indent="-237079" algn="l">
              <a:spcBef>
                <a:spcPts val="267"/>
              </a:spcBef>
              <a:spcAft>
                <a:spcPts val="0"/>
              </a:spcAft>
              <a:buClr>
                <a:schemeClr val="dk1"/>
              </a:buClr>
              <a:buSzPts val="2000"/>
              <a:buChar char="•"/>
              <a:defRPr sz="1333"/>
            </a:lvl6pPr>
            <a:lvl7pPr marL="2133707" lvl="6" indent="-237079" algn="l">
              <a:spcBef>
                <a:spcPts val="267"/>
              </a:spcBef>
              <a:spcAft>
                <a:spcPts val="0"/>
              </a:spcAft>
              <a:buClr>
                <a:schemeClr val="dk1"/>
              </a:buClr>
              <a:buSzPts val="2000"/>
              <a:buChar char="•"/>
              <a:defRPr sz="1333"/>
            </a:lvl7pPr>
            <a:lvl8pPr marL="2438522" lvl="7" indent="-237079" algn="l">
              <a:spcBef>
                <a:spcPts val="267"/>
              </a:spcBef>
              <a:spcAft>
                <a:spcPts val="0"/>
              </a:spcAft>
              <a:buClr>
                <a:schemeClr val="dk1"/>
              </a:buClr>
              <a:buSzPts val="2000"/>
              <a:buChar char="•"/>
              <a:defRPr sz="1333"/>
            </a:lvl8pPr>
            <a:lvl9pPr marL="2743337" lvl="8" indent="-237079" algn="l">
              <a:spcBef>
                <a:spcPts val="267"/>
              </a:spcBef>
              <a:spcAft>
                <a:spcPts val="0"/>
              </a:spcAft>
              <a:buClr>
                <a:schemeClr val="dk1"/>
              </a:buClr>
              <a:buSzPts val="2000"/>
              <a:buChar char="•"/>
              <a:defRPr sz="1333"/>
            </a:lvl9pPr>
          </a:lstStyle>
          <a:p>
            <a:endParaRPr/>
          </a:p>
        </p:txBody>
      </p:sp>
      <p:sp>
        <p:nvSpPr>
          <p:cNvPr id="32" name="Google Shape;32;p8"/>
          <p:cNvSpPr txBox="1">
            <a:spLocks noGrp="1"/>
          </p:cNvSpPr>
          <p:nvPr>
            <p:ph type="body" idx="2"/>
          </p:nvPr>
        </p:nvSpPr>
        <p:spPr>
          <a:xfrm>
            <a:off x="6256233" y="2479400"/>
            <a:ext cx="3407800" cy="3902000"/>
          </a:xfrm>
          <a:prstGeom prst="rect">
            <a:avLst/>
          </a:prstGeom>
          <a:noFill/>
          <a:ln>
            <a:noFill/>
          </a:ln>
        </p:spPr>
        <p:txBody>
          <a:bodyPr spcFirstLastPara="1" wrap="square" lIns="91425" tIns="45700" rIns="91425" bIns="45700" anchor="t" anchorCtr="0">
            <a:normAutofit/>
          </a:bodyPr>
          <a:lstStyle>
            <a:lvl1pPr marL="304815" lvl="0" indent="-287881" algn="l" rtl="0">
              <a:spcBef>
                <a:spcPts val="427"/>
              </a:spcBef>
              <a:spcAft>
                <a:spcPts val="0"/>
              </a:spcAft>
              <a:buClr>
                <a:schemeClr val="dk1"/>
              </a:buClr>
              <a:buSzPts val="3200"/>
              <a:buChar char="•"/>
              <a:defRPr sz="2133"/>
            </a:lvl1pPr>
            <a:lvl2pPr marL="609630" lvl="1" indent="-270947" algn="l" rtl="0">
              <a:spcBef>
                <a:spcPts val="373"/>
              </a:spcBef>
              <a:spcAft>
                <a:spcPts val="0"/>
              </a:spcAft>
              <a:buClr>
                <a:schemeClr val="dk1"/>
              </a:buClr>
              <a:buSzPts val="2800"/>
              <a:buChar char="–"/>
              <a:defRPr sz="1867"/>
            </a:lvl2pPr>
            <a:lvl3pPr marL="914446" lvl="2" indent="-254013" algn="l" rtl="0">
              <a:spcBef>
                <a:spcPts val="320"/>
              </a:spcBef>
              <a:spcAft>
                <a:spcPts val="0"/>
              </a:spcAft>
              <a:buClr>
                <a:schemeClr val="dk1"/>
              </a:buClr>
              <a:buSzPts val="2400"/>
              <a:buChar char="•"/>
              <a:defRPr sz="1600"/>
            </a:lvl3pPr>
            <a:lvl4pPr marL="1219261" lvl="3" indent="-237079" algn="l" rtl="0">
              <a:spcBef>
                <a:spcPts val="267"/>
              </a:spcBef>
              <a:spcAft>
                <a:spcPts val="0"/>
              </a:spcAft>
              <a:buClr>
                <a:schemeClr val="dk1"/>
              </a:buClr>
              <a:buSzPts val="2000"/>
              <a:buChar char="–"/>
              <a:defRPr sz="1333"/>
            </a:lvl4pPr>
            <a:lvl5pPr marL="1524076" lvl="4" indent="-237079" algn="l" rtl="0">
              <a:spcBef>
                <a:spcPts val="267"/>
              </a:spcBef>
              <a:spcAft>
                <a:spcPts val="0"/>
              </a:spcAft>
              <a:buClr>
                <a:schemeClr val="dk1"/>
              </a:buClr>
              <a:buSzPts val="2000"/>
              <a:buChar char="»"/>
              <a:defRPr sz="1333"/>
            </a:lvl5pPr>
            <a:lvl6pPr marL="1828891" lvl="5" indent="-237079" algn="l" rtl="0">
              <a:spcBef>
                <a:spcPts val="267"/>
              </a:spcBef>
              <a:spcAft>
                <a:spcPts val="0"/>
              </a:spcAft>
              <a:buClr>
                <a:schemeClr val="dk1"/>
              </a:buClr>
              <a:buSzPts val="2000"/>
              <a:buChar char="•"/>
              <a:defRPr sz="1333"/>
            </a:lvl6pPr>
            <a:lvl7pPr marL="2133707" lvl="6" indent="-237079" algn="l" rtl="0">
              <a:spcBef>
                <a:spcPts val="267"/>
              </a:spcBef>
              <a:spcAft>
                <a:spcPts val="0"/>
              </a:spcAft>
              <a:buClr>
                <a:schemeClr val="dk1"/>
              </a:buClr>
              <a:buSzPts val="2000"/>
              <a:buChar char="•"/>
              <a:defRPr sz="1333"/>
            </a:lvl7pPr>
            <a:lvl8pPr marL="2438522" lvl="7" indent="-237079" algn="l" rtl="0">
              <a:spcBef>
                <a:spcPts val="267"/>
              </a:spcBef>
              <a:spcAft>
                <a:spcPts val="0"/>
              </a:spcAft>
              <a:buClr>
                <a:schemeClr val="dk1"/>
              </a:buClr>
              <a:buSzPts val="2000"/>
              <a:buChar char="•"/>
              <a:defRPr sz="1333"/>
            </a:lvl8pPr>
            <a:lvl9pPr marL="2743337" lvl="8" indent="-237079" algn="l" rtl="0">
              <a:spcBef>
                <a:spcPts val="267"/>
              </a:spcBef>
              <a:spcAft>
                <a:spcPts val="0"/>
              </a:spcAft>
              <a:buClr>
                <a:schemeClr val="dk1"/>
              </a:buClr>
              <a:buSzPts val="2000"/>
              <a:buChar char="•"/>
              <a:defRPr sz="1333"/>
            </a:lvl9pPr>
          </a:lstStyle>
          <a:p>
            <a:endParaRPr/>
          </a:p>
        </p:txBody>
      </p:sp>
      <p:sp>
        <p:nvSpPr>
          <p:cNvPr id="33" name="Google Shape;33;p8"/>
          <p:cNvSpPr txBox="1">
            <a:spLocks noGrp="1"/>
          </p:cNvSpPr>
          <p:nvPr>
            <p:ph type="ctrTitle"/>
          </p:nvPr>
        </p:nvSpPr>
        <p:spPr>
          <a:xfrm>
            <a:off x="1917633" y="1185700"/>
            <a:ext cx="7999000" cy="9800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20845881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046500" y="875467"/>
            <a:ext cx="7707800" cy="762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lt1"/>
              </a:buClr>
              <a:buSzPts val="4400"/>
              <a:buFont typeface="Archivo Black"/>
              <a:buNone/>
              <a:defRPr sz="4400" i="0" u="none" strike="noStrike" cap="none">
                <a:solidFill>
                  <a:schemeClr val="lt1"/>
                </a:solidFill>
                <a:latin typeface="Archivo Black"/>
                <a:ea typeface="Archivo Black"/>
                <a:cs typeface="Archivo Black"/>
                <a:sym typeface="Archivo Black"/>
              </a:defRPr>
            </a:lvl1pPr>
            <a:lvl2pPr lvl="1">
              <a:spcBef>
                <a:spcPts val="0"/>
              </a:spcBef>
              <a:spcAft>
                <a:spcPts val="0"/>
              </a:spcAft>
              <a:buClr>
                <a:schemeClr val="lt1"/>
              </a:buClr>
              <a:buSzPts val="1400"/>
              <a:buNone/>
              <a:defRPr sz="1800">
                <a:solidFill>
                  <a:schemeClr val="lt1"/>
                </a:solidFill>
              </a:defRPr>
            </a:lvl2pPr>
            <a:lvl3pPr lvl="2">
              <a:spcBef>
                <a:spcPts val="0"/>
              </a:spcBef>
              <a:spcAft>
                <a:spcPts val="0"/>
              </a:spcAft>
              <a:buClr>
                <a:schemeClr val="lt1"/>
              </a:buClr>
              <a:buSzPts val="1400"/>
              <a:buNone/>
              <a:defRPr sz="1800">
                <a:solidFill>
                  <a:schemeClr val="lt1"/>
                </a:solidFill>
              </a:defRPr>
            </a:lvl3pPr>
            <a:lvl4pPr lvl="3">
              <a:spcBef>
                <a:spcPts val="0"/>
              </a:spcBef>
              <a:spcAft>
                <a:spcPts val="0"/>
              </a:spcAft>
              <a:buClr>
                <a:schemeClr val="lt1"/>
              </a:buClr>
              <a:buSzPts val="1400"/>
              <a:buNone/>
              <a:defRPr sz="1800">
                <a:solidFill>
                  <a:schemeClr val="lt1"/>
                </a:solidFill>
              </a:defRPr>
            </a:lvl4pPr>
            <a:lvl5pPr lvl="4">
              <a:spcBef>
                <a:spcPts val="0"/>
              </a:spcBef>
              <a:spcAft>
                <a:spcPts val="0"/>
              </a:spcAft>
              <a:buClr>
                <a:schemeClr val="lt1"/>
              </a:buClr>
              <a:buSzPts val="1400"/>
              <a:buNone/>
              <a:defRPr sz="1800">
                <a:solidFill>
                  <a:schemeClr val="lt1"/>
                </a:solidFill>
              </a:defRPr>
            </a:lvl5pPr>
            <a:lvl6pPr lvl="5">
              <a:spcBef>
                <a:spcPts val="0"/>
              </a:spcBef>
              <a:spcAft>
                <a:spcPts val="0"/>
              </a:spcAft>
              <a:buClr>
                <a:schemeClr val="lt1"/>
              </a:buClr>
              <a:buSzPts val="1400"/>
              <a:buNone/>
              <a:defRPr sz="1800">
                <a:solidFill>
                  <a:schemeClr val="lt1"/>
                </a:solidFill>
              </a:defRPr>
            </a:lvl6pPr>
            <a:lvl7pPr lvl="6">
              <a:spcBef>
                <a:spcPts val="0"/>
              </a:spcBef>
              <a:spcAft>
                <a:spcPts val="0"/>
              </a:spcAft>
              <a:buClr>
                <a:schemeClr val="lt1"/>
              </a:buClr>
              <a:buSzPts val="1400"/>
              <a:buNone/>
              <a:defRPr sz="1800">
                <a:solidFill>
                  <a:schemeClr val="lt1"/>
                </a:solidFill>
              </a:defRPr>
            </a:lvl7pPr>
            <a:lvl8pPr lvl="7">
              <a:spcBef>
                <a:spcPts val="0"/>
              </a:spcBef>
              <a:spcAft>
                <a:spcPts val="0"/>
              </a:spcAft>
              <a:buClr>
                <a:schemeClr val="lt1"/>
              </a:buClr>
              <a:buSzPts val="1400"/>
              <a:buNone/>
              <a:defRPr sz="1800">
                <a:solidFill>
                  <a:schemeClr val="lt1"/>
                </a:solidFill>
              </a:defRPr>
            </a:lvl8pPr>
            <a:lvl9pPr lvl="8">
              <a:spcBef>
                <a:spcPts val="0"/>
              </a:spcBef>
              <a:spcAft>
                <a:spcPts val="0"/>
              </a:spcAft>
              <a:buClr>
                <a:schemeClr val="lt1"/>
              </a:buClr>
              <a:buSzPts val="1400"/>
              <a:buNone/>
              <a:defRPr sz="1800">
                <a:solidFill>
                  <a:schemeClr val="lt1"/>
                </a:solidFill>
              </a:defRPr>
            </a:lvl9pPr>
          </a:lstStyle>
          <a:p>
            <a:endParaRPr/>
          </a:p>
        </p:txBody>
      </p:sp>
      <p:sp>
        <p:nvSpPr>
          <p:cNvPr id="7" name="Google Shape;7;p1"/>
          <p:cNvSpPr txBox="1">
            <a:spLocks noGrp="1"/>
          </p:cNvSpPr>
          <p:nvPr>
            <p:ph type="body" idx="1"/>
          </p:nvPr>
        </p:nvSpPr>
        <p:spPr>
          <a:xfrm>
            <a:off x="2219600" y="2224350"/>
            <a:ext cx="5486400" cy="3017400"/>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lt1"/>
              </a:buClr>
              <a:buSzPts val="3200"/>
              <a:buFont typeface="Noto Sans"/>
              <a:buChar char="•"/>
              <a:defRPr sz="3200" i="0" u="none" strike="noStrike" cap="none">
                <a:solidFill>
                  <a:schemeClr val="lt1"/>
                </a:solidFill>
                <a:latin typeface="Noto Sans"/>
                <a:ea typeface="Noto Sans"/>
                <a:cs typeface="Noto Sans"/>
                <a:sym typeface="Noto Sans"/>
              </a:defRPr>
            </a:lvl1pPr>
            <a:lvl2pPr marL="914400" marR="0" lvl="1" indent="-406400" algn="l" rtl="0">
              <a:spcBef>
                <a:spcPts val="560"/>
              </a:spcBef>
              <a:spcAft>
                <a:spcPts val="0"/>
              </a:spcAft>
              <a:buClr>
                <a:schemeClr val="lt1"/>
              </a:buClr>
              <a:buSzPts val="2800"/>
              <a:buFont typeface="Noto Sans"/>
              <a:buChar char="–"/>
              <a:defRPr sz="2800" i="0" u="none" strike="noStrike" cap="none">
                <a:solidFill>
                  <a:schemeClr val="lt1"/>
                </a:solidFill>
                <a:latin typeface="Noto Sans"/>
                <a:ea typeface="Noto Sans"/>
                <a:cs typeface="Noto Sans"/>
                <a:sym typeface="Noto Sans"/>
              </a:defRPr>
            </a:lvl2pPr>
            <a:lvl3pPr marL="1371600" marR="0" lvl="2" indent="-381000" algn="l" rtl="0">
              <a:spcBef>
                <a:spcPts val="480"/>
              </a:spcBef>
              <a:spcAft>
                <a:spcPts val="0"/>
              </a:spcAft>
              <a:buClr>
                <a:schemeClr val="lt1"/>
              </a:buClr>
              <a:buSzPts val="2400"/>
              <a:buFont typeface="Noto Sans"/>
              <a:buChar char="•"/>
              <a:defRPr sz="2400" i="0" u="none" strike="noStrike" cap="none">
                <a:solidFill>
                  <a:schemeClr val="lt1"/>
                </a:solidFill>
                <a:latin typeface="Noto Sans"/>
                <a:ea typeface="Noto Sans"/>
                <a:cs typeface="Noto Sans"/>
                <a:sym typeface="Noto Sans"/>
              </a:defRPr>
            </a:lvl3pPr>
            <a:lvl4pPr marL="1828800" marR="0" lvl="3" indent="-355600" algn="l" rtl="0">
              <a:spcBef>
                <a:spcPts val="400"/>
              </a:spcBef>
              <a:spcAft>
                <a:spcPts val="0"/>
              </a:spcAft>
              <a:buClr>
                <a:schemeClr val="lt1"/>
              </a:buClr>
              <a:buSzPts val="2000"/>
              <a:buFont typeface="Noto Sans"/>
              <a:buChar char="–"/>
              <a:defRPr sz="2000" i="0" u="none" strike="noStrike" cap="none">
                <a:solidFill>
                  <a:schemeClr val="lt1"/>
                </a:solidFill>
                <a:latin typeface="Noto Sans"/>
                <a:ea typeface="Noto Sans"/>
                <a:cs typeface="Noto Sans"/>
                <a:sym typeface="Noto Sans"/>
              </a:defRPr>
            </a:lvl4pPr>
            <a:lvl5pPr marL="2286000" marR="0" lvl="4" indent="-355600" algn="l" rtl="0">
              <a:spcBef>
                <a:spcPts val="400"/>
              </a:spcBef>
              <a:spcAft>
                <a:spcPts val="0"/>
              </a:spcAft>
              <a:buClr>
                <a:schemeClr val="lt1"/>
              </a:buClr>
              <a:buSzPts val="2000"/>
              <a:buFont typeface="Noto Sans"/>
              <a:buChar char="»"/>
              <a:defRPr sz="2000" i="0" u="none" strike="noStrike" cap="none">
                <a:solidFill>
                  <a:schemeClr val="lt1"/>
                </a:solidFill>
                <a:latin typeface="Noto Sans"/>
                <a:ea typeface="Noto Sans"/>
                <a:cs typeface="Noto Sans"/>
                <a:sym typeface="Noto Sans"/>
              </a:defRPr>
            </a:lvl5pPr>
            <a:lvl6pPr marL="2743200" marR="0" lvl="5" indent="-355600" algn="l" rtl="0">
              <a:spcBef>
                <a:spcPts val="400"/>
              </a:spcBef>
              <a:spcAft>
                <a:spcPts val="0"/>
              </a:spcAft>
              <a:buClr>
                <a:schemeClr val="lt1"/>
              </a:buClr>
              <a:buSzPts val="2000"/>
              <a:buFont typeface="Noto Sans"/>
              <a:buChar char="•"/>
              <a:defRPr sz="2000" i="0" u="none" strike="noStrike" cap="none">
                <a:solidFill>
                  <a:schemeClr val="lt1"/>
                </a:solidFill>
                <a:latin typeface="Noto Sans"/>
                <a:ea typeface="Noto Sans"/>
                <a:cs typeface="Noto Sans"/>
                <a:sym typeface="Noto Sans"/>
              </a:defRPr>
            </a:lvl6pPr>
            <a:lvl7pPr marL="3200400" marR="0" lvl="6" indent="-355600" algn="l" rtl="0">
              <a:spcBef>
                <a:spcPts val="400"/>
              </a:spcBef>
              <a:spcAft>
                <a:spcPts val="0"/>
              </a:spcAft>
              <a:buClr>
                <a:schemeClr val="lt1"/>
              </a:buClr>
              <a:buSzPts val="2000"/>
              <a:buFont typeface="Noto Sans"/>
              <a:buChar char="•"/>
              <a:defRPr sz="2000" i="0" u="none" strike="noStrike" cap="none">
                <a:solidFill>
                  <a:schemeClr val="lt1"/>
                </a:solidFill>
                <a:latin typeface="Noto Sans"/>
                <a:ea typeface="Noto Sans"/>
                <a:cs typeface="Noto Sans"/>
                <a:sym typeface="Noto Sans"/>
              </a:defRPr>
            </a:lvl7pPr>
            <a:lvl8pPr marL="3657600" marR="0" lvl="7" indent="-355600" algn="l" rtl="0">
              <a:spcBef>
                <a:spcPts val="400"/>
              </a:spcBef>
              <a:spcAft>
                <a:spcPts val="0"/>
              </a:spcAft>
              <a:buClr>
                <a:schemeClr val="lt1"/>
              </a:buClr>
              <a:buSzPts val="2000"/>
              <a:buFont typeface="Noto Sans"/>
              <a:buChar char="•"/>
              <a:defRPr sz="2000" i="0" u="none" strike="noStrike" cap="none">
                <a:solidFill>
                  <a:schemeClr val="lt1"/>
                </a:solidFill>
                <a:latin typeface="Noto Sans"/>
                <a:ea typeface="Noto Sans"/>
                <a:cs typeface="Noto Sans"/>
                <a:sym typeface="Noto Sans"/>
              </a:defRPr>
            </a:lvl8pPr>
            <a:lvl9pPr marL="4114800" marR="0" lvl="8" indent="-355600" algn="l" rtl="0">
              <a:spcBef>
                <a:spcPts val="400"/>
              </a:spcBef>
              <a:spcAft>
                <a:spcPts val="0"/>
              </a:spcAft>
              <a:buClr>
                <a:schemeClr val="lt1"/>
              </a:buClr>
              <a:buSzPts val="2000"/>
              <a:buFont typeface="Noto Sans"/>
              <a:buChar char="•"/>
              <a:defRPr sz="2000" i="0" u="none" strike="noStrike" cap="none">
                <a:solidFill>
                  <a:schemeClr val="lt1"/>
                </a:solidFill>
                <a:latin typeface="Noto Sans"/>
                <a:ea typeface="Noto Sans"/>
                <a:cs typeface="Noto Sans"/>
                <a:sym typeface="Noto Sans"/>
              </a:defRPr>
            </a:lvl9pPr>
          </a:lstStyle>
          <a:p>
            <a:endParaRPr/>
          </a:p>
        </p:txBody>
      </p:sp>
    </p:spTree>
    <p:extLst>
      <p:ext uri="{BB962C8B-B14F-4D97-AF65-F5344CB8AC3E}">
        <p14:creationId xmlns:p14="http://schemas.microsoft.com/office/powerpoint/2010/main" val="990641608"/>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13" Type="http://schemas.openxmlformats.org/officeDocument/2006/relationships/image" Target="../media/image22.png"/><Relationship Id="rId18" Type="http://schemas.openxmlformats.org/officeDocument/2006/relationships/image" Target="../media/image27.png"/><Relationship Id="rId26" Type="http://schemas.openxmlformats.org/officeDocument/2006/relationships/image" Target="../media/image35.png"/><Relationship Id="rId39" Type="http://schemas.openxmlformats.org/officeDocument/2006/relationships/image" Target="../media/image48.png"/><Relationship Id="rId21" Type="http://schemas.openxmlformats.org/officeDocument/2006/relationships/image" Target="../media/image30.png"/><Relationship Id="rId34" Type="http://schemas.openxmlformats.org/officeDocument/2006/relationships/image" Target="../media/image43.png"/><Relationship Id="rId42" Type="http://schemas.openxmlformats.org/officeDocument/2006/relationships/image" Target="../media/image51.png"/><Relationship Id="rId47" Type="http://schemas.openxmlformats.org/officeDocument/2006/relationships/image" Target="../media/image56.png"/><Relationship Id="rId50" Type="http://schemas.openxmlformats.org/officeDocument/2006/relationships/image" Target="../media/image59.png"/><Relationship Id="rId7" Type="http://schemas.openxmlformats.org/officeDocument/2006/relationships/image" Target="../media/image16.png"/><Relationship Id="rId2" Type="http://schemas.openxmlformats.org/officeDocument/2006/relationships/notesSlide" Target="../notesSlides/notesSlide4.xml"/><Relationship Id="rId16" Type="http://schemas.openxmlformats.org/officeDocument/2006/relationships/image" Target="../media/image25.png"/><Relationship Id="rId29" Type="http://schemas.openxmlformats.org/officeDocument/2006/relationships/image" Target="../media/image38.png"/><Relationship Id="rId11" Type="http://schemas.openxmlformats.org/officeDocument/2006/relationships/image" Target="../media/image20.png"/><Relationship Id="rId24" Type="http://schemas.openxmlformats.org/officeDocument/2006/relationships/image" Target="../media/image33.png"/><Relationship Id="rId32" Type="http://schemas.openxmlformats.org/officeDocument/2006/relationships/image" Target="../media/image41.png"/><Relationship Id="rId37" Type="http://schemas.openxmlformats.org/officeDocument/2006/relationships/image" Target="../media/image46.png"/><Relationship Id="rId40" Type="http://schemas.openxmlformats.org/officeDocument/2006/relationships/image" Target="../media/image49.png"/><Relationship Id="rId45" Type="http://schemas.openxmlformats.org/officeDocument/2006/relationships/image" Target="../media/image54.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32.png"/><Relationship Id="rId28" Type="http://schemas.openxmlformats.org/officeDocument/2006/relationships/image" Target="../media/image37.png"/><Relationship Id="rId36" Type="http://schemas.openxmlformats.org/officeDocument/2006/relationships/image" Target="../media/image45.png"/><Relationship Id="rId49" Type="http://schemas.openxmlformats.org/officeDocument/2006/relationships/image" Target="../media/image58.png"/><Relationship Id="rId10" Type="http://schemas.openxmlformats.org/officeDocument/2006/relationships/image" Target="../media/image19.png"/><Relationship Id="rId19" Type="http://schemas.openxmlformats.org/officeDocument/2006/relationships/image" Target="../media/image28.png"/><Relationship Id="rId31" Type="http://schemas.openxmlformats.org/officeDocument/2006/relationships/image" Target="../media/image40.png"/><Relationship Id="rId44" Type="http://schemas.openxmlformats.org/officeDocument/2006/relationships/image" Target="../media/image53.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 Id="rId27" Type="http://schemas.openxmlformats.org/officeDocument/2006/relationships/image" Target="../media/image36.png"/><Relationship Id="rId30" Type="http://schemas.openxmlformats.org/officeDocument/2006/relationships/image" Target="../media/image39.png"/><Relationship Id="rId35" Type="http://schemas.openxmlformats.org/officeDocument/2006/relationships/image" Target="../media/image44.png"/><Relationship Id="rId43" Type="http://schemas.openxmlformats.org/officeDocument/2006/relationships/image" Target="../media/image52.png"/><Relationship Id="rId48" Type="http://schemas.openxmlformats.org/officeDocument/2006/relationships/image" Target="../media/image57.png"/><Relationship Id="rId8" Type="http://schemas.openxmlformats.org/officeDocument/2006/relationships/image" Target="../media/image17.png"/><Relationship Id="rId51" Type="http://schemas.openxmlformats.org/officeDocument/2006/relationships/image" Target="../media/image60.png"/><Relationship Id="rId3" Type="http://schemas.openxmlformats.org/officeDocument/2006/relationships/image" Target="../media/image12.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33" Type="http://schemas.openxmlformats.org/officeDocument/2006/relationships/image" Target="../media/image42.png"/><Relationship Id="rId38" Type="http://schemas.openxmlformats.org/officeDocument/2006/relationships/image" Target="../media/image47.png"/><Relationship Id="rId46" Type="http://schemas.openxmlformats.org/officeDocument/2006/relationships/image" Target="../media/image55.png"/><Relationship Id="rId20" Type="http://schemas.openxmlformats.org/officeDocument/2006/relationships/image" Target="../media/image29.png"/><Relationship Id="rId41" Type="http://schemas.openxmlformats.org/officeDocument/2006/relationships/image" Target="../media/image50.png"/><Relationship Id="rId1" Type="http://schemas.openxmlformats.org/officeDocument/2006/relationships/slideLayout" Target="../slideLayouts/slideLayout1.xml"/><Relationship Id="rId6"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2.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64.jpeg"/><Relationship Id="rId4" Type="http://schemas.openxmlformats.org/officeDocument/2006/relationships/image" Target="../media/image63.jpeg"/></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71.png"/><Relationship Id="rId4" Type="http://schemas.openxmlformats.org/officeDocument/2006/relationships/image" Target="../media/image70.png"/></Relationships>
</file>

<file path=ppt/slides/_rels/slide1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1.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75.jpg"/><Relationship Id="rId5" Type="http://schemas.openxmlformats.org/officeDocument/2006/relationships/image" Target="../media/image74.jpg"/><Relationship Id="rId4" Type="http://schemas.openxmlformats.org/officeDocument/2006/relationships/image" Target="../media/image73.jpg"/></Relationships>
</file>

<file path=ppt/slides/_rels/slide13.xml.rels><?xml version="1.0" encoding="UTF-8" standalone="yes"?>
<Relationships xmlns="http://schemas.openxmlformats.org/package/2006/relationships"><Relationship Id="rId3" Type="http://schemas.openxmlformats.org/officeDocument/2006/relationships/image" Target="../media/image76.jp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78.jpg"/><Relationship Id="rId4" Type="http://schemas.openxmlformats.org/officeDocument/2006/relationships/image" Target="../media/image77.jpg"/></Relationships>
</file>

<file path=ppt/slides/_rels/slide14.xml.rels><?xml version="1.0" encoding="UTF-8" standalone="yes"?>
<Relationships xmlns="http://schemas.openxmlformats.org/package/2006/relationships"><Relationship Id="rId3" Type="http://schemas.openxmlformats.org/officeDocument/2006/relationships/image" Target="../media/image79.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81.jpg"/></Relationships>
</file>

<file path=ppt/slides/_rels/slide16.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61.png"/><Relationship Id="rId5" Type="http://schemas.microsoft.com/office/2007/relationships/hdphoto" Target="../media/hdphoto1.wdp"/><Relationship Id="rId4" Type="http://schemas.openxmlformats.org/officeDocument/2006/relationships/image" Target="../media/image83.png"/></Relationships>
</file>

<file path=ppt/slides/_rels/slide1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90.png"/><Relationship Id="rId5" Type="http://schemas.microsoft.com/office/2007/relationships/hdphoto" Target="../media/hdphoto2.wdp"/><Relationship Id="rId4" Type="http://schemas.openxmlformats.org/officeDocument/2006/relationships/image" Target="../media/image89.png"/></Relationships>
</file>

<file path=ppt/slides/_rels/slide2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93.png"/><Relationship Id="rId4" Type="http://schemas.openxmlformats.org/officeDocument/2006/relationships/image" Target="../media/image92.png"/></Relationships>
</file>

<file path=ppt/slides/_rels/slide2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84.png"/><Relationship Id="rId7" Type="http://schemas.openxmlformats.org/officeDocument/2006/relationships/image" Target="../media/image97.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96.svg"/><Relationship Id="rId5" Type="http://schemas.openxmlformats.org/officeDocument/2006/relationships/image" Target="../media/image95.png"/><Relationship Id="rId4" Type="http://schemas.openxmlformats.org/officeDocument/2006/relationships/image" Target="../media/image85.png"/><Relationship Id="rId9" Type="http://schemas.openxmlformats.org/officeDocument/2006/relationships/image" Target="../media/image99.png"/></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00.png"/><Relationship Id="rId7" Type="http://schemas.openxmlformats.org/officeDocument/2006/relationships/image" Target="../media/image104.sv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103.png"/><Relationship Id="rId5" Type="http://schemas.openxmlformats.org/officeDocument/2006/relationships/image" Target="../media/image102.svg"/><Relationship Id="rId4" Type="http://schemas.openxmlformats.org/officeDocument/2006/relationships/image" Target="../media/image101.png"/></Relationships>
</file>

<file path=ppt/slides/_rels/slide25.xml.rels><?xml version="1.0" encoding="UTF-8" standalone="yes"?>
<Relationships xmlns="http://schemas.openxmlformats.org/package/2006/relationships"><Relationship Id="rId3" Type="http://schemas.openxmlformats.org/officeDocument/2006/relationships/image" Target="../media/image106.jp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107.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1"/>
        <p:cNvGrpSpPr/>
        <p:nvPr/>
      </p:nvGrpSpPr>
      <p:grpSpPr>
        <a:xfrm>
          <a:off x="0" y="0"/>
          <a:ext cx="0" cy="0"/>
          <a:chOff x="0" y="0"/>
          <a:chExt cx="0" cy="0"/>
        </a:xfrm>
      </p:grpSpPr>
      <p:pic>
        <p:nvPicPr>
          <p:cNvPr id="5" name="Picture 4">
            <a:extLst>
              <a:ext uri="{FF2B5EF4-FFF2-40B4-BE49-F238E27FC236}">
                <a16:creationId xmlns:a16="http://schemas.microsoft.com/office/drawing/2014/main" id="{D5A1E75A-42A8-4CC9-9F71-00048689F67A}"/>
              </a:ext>
            </a:extLst>
          </p:cNvPr>
          <p:cNvPicPr>
            <a:picLocks noChangeAspect="1"/>
          </p:cNvPicPr>
          <p:nvPr/>
        </p:nvPicPr>
        <p:blipFill>
          <a:blip r:embed="rId3">
            <a:alphaModFix amt="70000"/>
            <a:extLst>
              <a:ext uri="{28A0092B-C50C-407E-A947-70E740481C1C}">
                <a14:useLocalDpi xmlns:a14="http://schemas.microsoft.com/office/drawing/2010/main" val="0"/>
              </a:ext>
            </a:extLst>
          </a:blip>
          <a:stretch>
            <a:fillRect/>
          </a:stretch>
        </p:blipFill>
        <p:spPr>
          <a:xfrm>
            <a:off x="2763597" y="250161"/>
            <a:ext cx="12192000" cy="6858000"/>
          </a:xfrm>
          <a:prstGeom prst="rect">
            <a:avLst/>
          </a:prstGeom>
        </p:spPr>
      </p:pic>
      <p:sp>
        <p:nvSpPr>
          <p:cNvPr id="42" name="Google Shape;42;p10"/>
          <p:cNvSpPr/>
          <p:nvPr/>
        </p:nvSpPr>
        <p:spPr>
          <a:xfrm>
            <a:off x="0" y="0"/>
            <a:ext cx="7548981" cy="6858000"/>
          </a:xfrm>
          <a:custGeom>
            <a:avLst/>
            <a:gdLst/>
            <a:ahLst/>
            <a:cxnLst/>
            <a:rect l="l" t="t" r="r" b="b"/>
            <a:pathLst>
              <a:path w="11323471" h="10287000" extrusionOk="0">
                <a:moveTo>
                  <a:pt x="0" y="0"/>
                </a:moveTo>
                <a:lnTo>
                  <a:pt x="11323471" y="0"/>
                </a:lnTo>
                <a:lnTo>
                  <a:pt x="11323471" y="10287000"/>
                </a:lnTo>
                <a:lnTo>
                  <a:pt x="0" y="10287000"/>
                </a:lnTo>
                <a:lnTo>
                  <a:pt x="0" y="0"/>
                </a:lnTo>
                <a:close/>
              </a:path>
            </a:pathLst>
          </a:custGeom>
          <a:blipFill rotWithShape="1">
            <a:blip r:embed="rId4">
              <a:alphaModFix amt="32000"/>
            </a:blip>
            <a:stretch>
              <a:fillRect t="-8702" r="-6658" b="-8702"/>
            </a:stretch>
          </a:blipFill>
          <a:ln>
            <a:noFill/>
          </a:ln>
          <a:effectLst>
            <a:softEdge rad="1270000"/>
          </a:effectLst>
        </p:spPr>
      </p:sp>
      <p:sp>
        <p:nvSpPr>
          <p:cNvPr id="43" name="Google Shape;43;p10"/>
          <p:cNvSpPr/>
          <p:nvPr/>
        </p:nvSpPr>
        <p:spPr>
          <a:xfrm>
            <a:off x="7891141" y="4559412"/>
            <a:ext cx="4280106" cy="2268456"/>
          </a:xfrm>
          <a:custGeom>
            <a:avLst/>
            <a:gdLst/>
            <a:ahLst/>
            <a:cxnLst/>
            <a:rect l="l" t="t" r="r" b="b"/>
            <a:pathLst>
              <a:path w="6420159" h="3402684" extrusionOk="0">
                <a:moveTo>
                  <a:pt x="0" y="0"/>
                </a:moveTo>
                <a:lnTo>
                  <a:pt x="6420159" y="0"/>
                </a:lnTo>
                <a:lnTo>
                  <a:pt x="6420159" y="3402684"/>
                </a:lnTo>
                <a:lnTo>
                  <a:pt x="0" y="3402684"/>
                </a:lnTo>
                <a:lnTo>
                  <a:pt x="0" y="0"/>
                </a:lnTo>
                <a:close/>
              </a:path>
            </a:pathLst>
          </a:custGeom>
          <a:blipFill rotWithShape="1">
            <a:blip r:embed="rId5">
              <a:alphaModFix/>
            </a:blip>
            <a:stretch>
              <a:fillRect/>
            </a:stretch>
          </a:blipFill>
          <a:ln>
            <a:noFill/>
          </a:ln>
        </p:spPr>
      </p:sp>
      <p:grpSp>
        <p:nvGrpSpPr>
          <p:cNvPr id="44" name="Google Shape;44;p10"/>
          <p:cNvGrpSpPr/>
          <p:nvPr/>
        </p:nvGrpSpPr>
        <p:grpSpPr>
          <a:xfrm>
            <a:off x="823920" y="1501253"/>
            <a:ext cx="2057413" cy="2177908"/>
            <a:chOff x="0" y="-47625"/>
            <a:chExt cx="812800" cy="860425"/>
          </a:xfrm>
        </p:grpSpPr>
        <p:sp>
          <p:nvSpPr>
            <p:cNvPr id="45" name="Google Shape;45;p10"/>
            <p:cNvSpPr/>
            <p:nvPr/>
          </p:nvSpPr>
          <p:spPr>
            <a:xfrm>
              <a:off x="0" y="0"/>
              <a:ext cx="812800" cy="42302"/>
            </a:xfrm>
            <a:custGeom>
              <a:avLst/>
              <a:gdLst/>
              <a:ahLst/>
              <a:cxnLst/>
              <a:rect l="l" t="t" r="r" b="b"/>
              <a:pathLst>
                <a:path w="812800" h="42302" extrusionOk="0">
                  <a:moveTo>
                    <a:pt x="0" y="0"/>
                  </a:moveTo>
                  <a:lnTo>
                    <a:pt x="812800" y="0"/>
                  </a:lnTo>
                  <a:lnTo>
                    <a:pt x="812800" y="42302"/>
                  </a:lnTo>
                  <a:lnTo>
                    <a:pt x="0" y="42302"/>
                  </a:lnTo>
                  <a:close/>
                </a:path>
              </a:pathLst>
            </a:custGeom>
            <a:solidFill>
              <a:srgbClr val="2D5B8F"/>
            </a:solidFill>
            <a:ln>
              <a:noFill/>
            </a:ln>
          </p:spPr>
        </p:sp>
        <p:sp>
          <p:nvSpPr>
            <p:cNvPr id="46" name="Google Shape;46;p10"/>
            <p:cNvSpPr txBox="1"/>
            <p:nvPr/>
          </p:nvSpPr>
          <p:spPr>
            <a:xfrm>
              <a:off x="0" y="-47625"/>
              <a:ext cx="812800" cy="860425"/>
            </a:xfrm>
            <a:prstGeom prst="rect">
              <a:avLst/>
            </a:prstGeom>
            <a:noFill/>
            <a:ln>
              <a:noFill/>
            </a:ln>
          </p:spPr>
          <p:txBody>
            <a:bodyPr spcFirstLastPara="1" wrap="square" lIns="33867" tIns="33867" rIns="33867" bIns="33867" anchor="ctr" anchorCtr="0">
              <a:noAutofit/>
            </a:bodyPr>
            <a:lstStyle/>
            <a:p>
              <a:pPr algn="ctr">
                <a:lnSpc>
                  <a:spcPct val="186611"/>
                </a:lnSpc>
              </a:pPr>
              <a:endParaRPr sz="1200">
                <a:solidFill>
                  <a:schemeClr val="dk1"/>
                </a:solidFill>
                <a:latin typeface="Calibri"/>
                <a:ea typeface="Calibri"/>
                <a:cs typeface="Calibri"/>
                <a:sym typeface="Calibri"/>
              </a:endParaRPr>
            </a:p>
          </p:txBody>
        </p:sp>
      </p:grpSp>
      <p:grpSp>
        <p:nvGrpSpPr>
          <p:cNvPr id="47" name="Google Shape;47;p10"/>
          <p:cNvGrpSpPr/>
          <p:nvPr/>
        </p:nvGrpSpPr>
        <p:grpSpPr>
          <a:xfrm>
            <a:off x="441205" y="5631697"/>
            <a:ext cx="2711629" cy="615553"/>
            <a:chOff x="0" y="-66667"/>
            <a:chExt cx="5423260" cy="1231106"/>
          </a:xfrm>
        </p:grpSpPr>
        <p:sp>
          <p:nvSpPr>
            <p:cNvPr id="48" name="Google Shape;48;p10"/>
            <p:cNvSpPr txBox="1"/>
            <p:nvPr/>
          </p:nvSpPr>
          <p:spPr>
            <a:xfrm>
              <a:off x="774760" y="-66667"/>
              <a:ext cx="4648500" cy="1231106"/>
            </a:xfrm>
            <a:prstGeom prst="rect">
              <a:avLst/>
            </a:prstGeom>
            <a:noFill/>
            <a:ln>
              <a:noFill/>
            </a:ln>
          </p:spPr>
          <p:txBody>
            <a:bodyPr spcFirstLastPara="1" wrap="square" lIns="0" tIns="0" rIns="0" bIns="0" anchor="t" anchorCtr="0">
              <a:spAutoFit/>
            </a:bodyPr>
            <a:lstStyle/>
            <a:p>
              <a:r>
                <a:rPr lang="fa-IR" sz="2000" dirty="0">
                  <a:solidFill>
                    <a:srgbClr val="FFFFFF"/>
                  </a:solidFill>
                  <a:cs typeface="B Titr" panose="00000700000000000000" pitchFamily="2" charset="-78"/>
                  <a:sym typeface="PT Serif"/>
                </a:rPr>
                <a:t>دانشگاه آزاد تهران</a:t>
              </a:r>
            </a:p>
            <a:p>
              <a:r>
                <a:rPr lang="fa-IR" sz="2000" dirty="0">
                  <a:solidFill>
                    <a:srgbClr val="FFFFFF"/>
                  </a:solidFill>
                  <a:cs typeface="B Titr" panose="00000700000000000000" pitchFamily="2" charset="-78"/>
                  <a:sym typeface="PT Serif"/>
                </a:rPr>
                <a:t> واحد شرق</a:t>
              </a:r>
              <a:endParaRPr sz="2000" dirty="0">
                <a:cs typeface="B Titr" panose="00000700000000000000" pitchFamily="2" charset="-78"/>
              </a:endParaRPr>
            </a:p>
          </p:txBody>
        </p:sp>
        <p:sp>
          <p:nvSpPr>
            <p:cNvPr id="49" name="Google Shape;49;p10"/>
            <p:cNvSpPr/>
            <p:nvPr/>
          </p:nvSpPr>
          <p:spPr>
            <a:xfrm>
              <a:off x="0" y="57219"/>
              <a:ext cx="612216" cy="612216"/>
            </a:xfrm>
            <a:custGeom>
              <a:avLst/>
              <a:gdLst/>
              <a:ahLst/>
              <a:cxnLst/>
              <a:rect l="l" t="t" r="r" b="b"/>
              <a:pathLst>
                <a:path w="612216" h="612216" extrusionOk="0">
                  <a:moveTo>
                    <a:pt x="0" y="0"/>
                  </a:moveTo>
                  <a:lnTo>
                    <a:pt x="612216" y="0"/>
                  </a:lnTo>
                  <a:lnTo>
                    <a:pt x="612216" y="612216"/>
                  </a:lnTo>
                  <a:lnTo>
                    <a:pt x="0" y="612216"/>
                  </a:lnTo>
                  <a:lnTo>
                    <a:pt x="0" y="0"/>
                  </a:lnTo>
                  <a:close/>
                </a:path>
              </a:pathLst>
            </a:custGeom>
            <a:blipFill rotWithShape="1">
              <a:blip r:embed="rId6">
                <a:alphaModFix/>
              </a:blip>
              <a:stretch>
                <a:fillRect/>
              </a:stretch>
            </a:blipFill>
            <a:ln>
              <a:noFill/>
            </a:ln>
          </p:spPr>
        </p:sp>
      </p:grpSp>
      <p:sp>
        <p:nvSpPr>
          <p:cNvPr id="50" name="Google Shape;50;p10"/>
          <p:cNvSpPr txBox="1"/>
          <p:nvPr/>
        </p:nvSpPr>
        <p:spPr>
          <a:xfrm>
            <a:off x="823920" y="179887"/>
            <a:ext cx="7845366" cy="1231106"/>
          </a:xfrm>
          <a:prstGeom prst="rect">
            <a:avLst/>
          </a:prstGeom>
          <a:noFill/>
          <a:ln>
            <a:noFill/>
          </a:ln>
          <a:effectLst>
            <a:glow rad="165100">
              <a:schemeClr val="accent1">
                <a:alpha val="20000"/>
              </a:schemeClr>
            </a:glow>
            <a:reflection blurRad="114300" stA="80000" endPos="40000" dir="5400000" sy="-100000" algn="bl" rotWithShape="0"/>
          </a:effectLst>
        </p:spPr>
        <p:txBody>
          <a:bodyPr spcFirstLastPara="1" wrap="square" lIns="0" tIns="0" rIns="0" bIns="0" anchor="t" anchorCtr="0">
            <a:spAutoFit/>
          </a:bodyPr>
          <a:lstStyle/>
          <a:p>
            <a:r>
              <a:rPr lang="fa-IR" sz="8000" dirty="0">
                <a:gradFill>
                  <a:gsLst>
                    <a:gs pos="0">
                      <a:schemeClr val="accent1">
                        <a:lumMod val="5000"/>
                        <a:lumOff val="95000"/>
                      </a:schemeClr>
                    </a:gs>
                    <a:gs pos="51000">
                      <a:schemeClr val="tx2"/>
                    </a:gs>
                    <a:gs pos="90000">
                      <a:schemeClr val="bg2"/>
                    </a:gs>
                    <a:gs pos="0">
                      <a:srgbClr val="243E88"/>
                    </a:gs>
                  </a:gsLst>
                  <a:lin ang="5400000" scaled="1"/>
                </a:gradFill>
                <a:latin typeface="Archivo Black"/>
                <a:ea typeface="Archivo Black"/>
                <a:cs typeface="B Titr" panose="00000700000000000000" pitchFamily="2" charset="-78"/>
                <a:sym typeface="Archivo Black"/>
              </a:rPr>
              <a:t>مبانی تحول دیجیتال</a:t>
            </a:r>
            <a:endParaRPr sz="8000" dirty="0">
              <a:gradFill>
                <a:gsLst>
                  <a:gs pos="0">
                    <a:schemeClr val="accent1">
                      <a:lumMod val="5000"/>
                      <a:lumOff val="95000"/>
                    </a:schemeClr>
                  </a:gs>
                  <a:gs pos="51000">
                    <a:schemeClr val="tx2"/>
                  </a:gs>
                  <a:gs pos="90000">
                    <a:schemeClr val="bg2"/>
                  </a:gs>
                  <a:gs pos="0">
                    <a:srgbClr val="243E88"/>
                  </a:gs>
                </a:gsLst>
                <a:lin ang="5400000" scaled="1"/>
              </a:gradFill>
              <a:cs typeface="B Titr" panose="00000700000000000000" pitchFamily="2" charset="-78"/>
            </a:endParaRPr>
          </a:p>
        </p:txBody>
      </p:sp>
      <p:sp>
        <p:nvSpPr>
          <p:cNvPr id="51" name="Google Shape;51;p10"/>
          <p:cNvSpPr txBox="1"/>
          <p:nvPr/>
        </p:nvSpPr>
        <p:spPr>
          <a:xfrm>
            <a:off x="747313" y="1743498"/>
            <a:ext cx="2284400" cy="581506"/>
          </a:xfrm>
          <a:prstGeom prst="rect">
            <a:avLst/>
          </a:prstGeom>
          <a:noFill/>
          <a:ln>
            <a:noFill/>
          </a:ln>
        </p:spPr>
        <p:txBody>
          <a:bodyPr spcFirstLastPara="1" wrap="square" lIns="0" tIns="0" rIns="0" bIns="0" anchor="t" anchorCtr="0">
            <a:spAutoFit/>
          </a:bodyPr>
          <a:lstStyle/>
          <a:p>
            <a:pPr algn="ctr" rtl="1">
              <a:lnSpc>
                <a:spcPct val="140019"/>
              </a:lnSpc>
            </a:pPr>
            <a:r>
              <a:rPr lang="fa-IR" sz="2699" dirty="0">
                <a:solidFill>
                  <a:srgbClr val="71CBEF">
                    <a:alpha val="77000"/>
                  </a:srgbClr>
                </a:solidFill>
                <a:latin typeface="Noto Sans"/>
                <a:ea typeface="Noto Sans"/>
                <a:cs typeface="B Titr" panose="00000700000000000000" pitchFamily="2" charset="-78"/>
                <a:sym typeface="Noto Sans"/>
              </a:rPr>
              <a:t>ارائه گروه دوم</a:t>
            </a:r>
            <a:endParaRPr sz="1200" dirty="0">
              <a:solidFill>
                <a:schemeClr val="tx1">
                  <a:alpha val="77000"/>
                </a:schemeClr>
              </a:solidFill>
              <a:cs typeface="B Titr" panose="00000700000000000000" pitchFamily="2" charset="-7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grpSp>
        <p:nvGrpSpPr>
          <p:cNvPr id="232" name="Google Shape;232;p21"/>
          <p:cNvGrpSpPr/>
          <p:nvPr/>
        </p:nvGrpSpPr>
        <p:grpSpPr>
          <a:xfrm>
            <a:off x="0" y="0"/>
            <a:ext cx="12192000" cy="6858000"/>
            <a:chOff x="0" y="-1"/>
            <a:chExt cx="24384001" cy="13716001"/>
          </a:xfrm>
        </p:grpSpPr>
        <p:sp>
          <p:nvSpPr>
            <p:cNvPr id="233" name="Google Shape;233;p21"/>
            <p:cNvSpPr/>
            <p:nvPr/>
          </p:nvSpPr>
          <p:spPr>
            <a:xfrm rot="-5400000">
              <a:off x="8503696" y="-2164304"/>
              <a:ext cx="7376608" cy="24384000"/>
            </a:xfrm>
            <a:custGeom>
              <a:avLst/>
              <a:gdLst/>
              <a:ahLst/>
              <a:cxnLst/>
              <a:rect l="l" t="t" r="r" b="b"/>
              <a:pathLst>
                <a:path w="7376608" h="24384000" extrusionOk="0">
                  <a:moveTo>
                    <a:pt x="0" y="0"/>
                  </a:moveTo>
                  <a:lnTo>
                    <a:pt x="7376608" y="0"/>
                  </a:lnTo>
                  <a:lnTo>
                    <a:pt x="7376608" y="24384000"/>
                  </a:lnTo>
                  <a:lnTo>
                    <a:pt x="0" y="24384000"/>
                  </a:lnTo>
                  <a:lnTo>
                    <a:pt x="0" y="0"/>
                  </a:lnTo>
                  <a:close/>
                </a:path>
              </a:pathLst>
            </a:custGeom>
            <a:blipFill rotWithShape="1">
              <a:blip r:embed="rId3">
                <a:alphaModFix/>
              </a:blip>
              <a:stretch>
                <a:fillRect l="-25549" r="-205008"/>
              </a:stretch>
            </a:blipFill>
            <a:ln>
              <a:noFill/>
            </a:ln>
          </p:spPr>
        </p:sp>
        <p:sp>
          <p:nvSpPr>
            <p:cNvPr id="234" name="Google Shape;234;p21"/>
            <p:cNvSpPr/>
            <p:nvPr/>
          </p:nvSpPr>
          <p:spPr>
            <a:xfrm rot="-5400000" flipH="1">
              <a:off x="8893174" y="-8893174"/>
              <a:ext cx="6597653" cy="24384000"/>
            </a:xfrm>
            <a:custGeom>
              <a:avLst/>
              <a:gdLst/>
              <a:ahLst/>
              <a:cxnLst/>
              <a:rect l="l" t="t" r="r" b="b"/>
              <a:pathLst>
                <a:path w="6597653" h="24384000" extrusionOk="0">
                  <a:moveTo>
                    <a:pt x="0" y="24384000"/>
                  </a:moveTo>
                  <a:lnTo>
                    <a:pt x="6597652" y="24384000"/>
                  </a:lnTo>
                  <a:lnTo>
                    <a:pt x="6597652" y="0"/>
                  </a:lnTo>
                  <a:lnTo>
                    <a:pt x="0" y="0"/>
                  </a:lnTo>
                  <a:lnTo>
                    <a:pt x="0" y="24384000"/>
                  </a:lnTo>
                  <a:close/>
                </a:path>
              </a:pathLst>
            </a:custGeom>
            <a:blipFill rotWithShape="1">
              <a:blip r:embed="rId3">
                <a:alphaModFix/>
              </a:blip>
              <a:stretch>
                <a:fillRect l="-28560" r="-241003"/>
              </a:stretch>
            </a:blipFill>
            <a:ln>
              <a:noFill/>
            </a:ln>
          </p:spPr>
        </p:sp>
      </p:grpSp>
      <p:grpSp>
        <p:nvGrpSpPr>
          <p:cNvPr id="235" name="Google Shape;235;p21"/>
          <p:cNvGrpSpPr/>
          <p:nvPr/>
        </p:nvGrpSpPr>
        <p:grpSpPr>
          <a:xfrm>
            <a:off x="513519" y="532021"/>
            <a:ext cx="11180722" cy="5849339"/>
            <a:chOff x="0" y="-47625"/>
            <a:chExt cx="4417075" cy="2310850"/>
          </a:xfrm>
        </p:grpSpPr>
        <p:sp>
          <p:nvSpPr>
            <p:cNvPr id="236" name="Google Shape;236;p21"/>
            <p:cNvSpPr/>
            <p:nvPr/>
          </p:nvSpPr>
          <p:spPr>
            <a:xfrm>
              <a:off x="0" y="0"/>
              <a:ext cx="4417075" cy="2263225"/>
            </a:xfrm>
            <a:custGeom>
              <a:avLst/>
              <a:gdLst/>
              <a:ahLst/>
              <a:cxnLst/>
              <a:rect l="l" t="t" r="r" b="b"/>
              <a:pathLst>
                <a:path w="4417075" h="2263225" extrusionOk="0">
                  <a:moveTo>
                    <a:pt x="0" y="0"/>
                  </a:moveTo>
                  <a:lnTo>
                    <a:pt x="4417075" y="0"/>
                  </a:lnTo>
                  <a:lnTo>
                    <a:pt x="4417075" y="2263225"/>
                  </a:lnTo>
                  <a:lnTo>
                    <a:pt x="0" y="2263225"/>
                  </a:lnTo>
                  <a:close/>
                </a:path>
              </a:pathLst>
            </a:custGeom>
            <a:solidFill>
              <a:srgbClr val="0F1A38"/>
            </a:solidFill>
            <a:ln>
              <a:noFill/>
            </a:ln>
          </p:spPr>
        </p:sp>
        <p:sp>
          <p:nvSpPr>
            <p:cNvPr id="237" name="Google Shape;237;p21"/>
            <p:cNvSpPr txBox="1"/>
            <p:nvPr/>
          </p:nvSpPr>
          <p:spPr>
            <a:xfrm>
              <a:off x="0" y="-47625"/>
              <a:ext cx="812800" cy="860425"/>
            </a:xfrm>
            <a:prstGeom prst="rect">
              <a:avLst/>
            </a:prstGeom>
            <a:noFill/>
            <a:ln>
              <a:noFill/>
            </a:ln>
          </p:spPr>
          <p:txBody>
            <a:bodyPr spcFirstLastPara="1" wrap="square" lIns="33867" tIns="33867" rIns="33867" bIns="33867" anchor="ctr" anchorCtr="0">
              <a:noAutofit/>
            </a:bodyPr>
            <a:lstStyle/>
            <a:p>
              <a:pPr algn="ctr">
                <a:lnSpc>
                  <a:spcPct val="186611"/>
                </a:lnSpc>
              </a:pPr>
              <a:endParaRPr sz="1200">
                <a:solidFill>
                  <a:schemeClr val="dk1"/>
                </a:solidFill>
                <a:latin typeface="Calibri"/>
                <a:ea typeface="Calibri"/>
                <a:cs typeface="Calibri"/>
                <a:sym typeface="Calibri"/>
              </a:endParaRPr>
            </a:p>
          </p:txBody>
        </p:sp>
      </p:grpSp>
      <p:grpSp>
        <p:nvGrpSpPr>
          <p:cNvPr id="238" name="Google Shape;238;p21"/>
          <p:cNvGrpSpPr/>
          <p:nvPr/>
        </p:nvGrpSpPr>
        <p:grpSpPr>
          <a:xfrm>
            <a:off x="862618" y="859599"/>
            <a:ext cx="10438221" cy="5192927"/>
            <a:chOff x="0" y="-47625"/>
            <a:chExt cx="4123742" cy="2051527"/>
          </a:xfrm>
        </p:grpSpPr>
        <p:sp>
          <p:nvSpPr>
            <p:cNvPr id="239" name="Google Shape;239;p21"/>
            <p:cNvSpPr/>
            <p:nvPr/>
          </p:nvSpPr>
          <p:spPr>
            <a:xfrm>
              <a:off x="0" y="0"/>
              <a:ext cx="4123742" cy="2003902"/>
            </a:xfrm>
            <a:custGeom>
              <a:avLst/>
              <a:gdLst/>
              <a:ahLst/>
              <a:cxnLst/>
              <a:rect l="l" t="t" r="r" b="b"/>
              <a:pathLst>
                <a:path w="4123742" h="2003902" extrusionOk="0">
                  <a:moveTo>
                    <a:pt x="0" y="0"/>
                  </a:moveTo>
                  <a:lnTo>
                    <a:pt x="4123742" y="0"/>
                  </a:lnTo>
                  <a:lnTo>
                    <a:pt x="4123742" y="2003902"/>
                  </a:lnTo>
                  <a:lnTo>
                    <a:pt x="0" y="2003902"/>
                  </a:lnTo>
                  <a:close/>
                </a:path>
              </a:pathLst>
            </a:custGeom>
            <a:solidFill>
              <a:srgbClr val="000000">
                <a:alpha val="0"/>
              </a:srgbClr>
            </a:solidFill>
            <a:ln w="38100" cap="sq" cmpd="sng">
              <a:solidFill>
                <a:srgbClr val="71CBEF"/>
              </a:solidFill>
              <a:prstDash val="solid"/>
              <a:miter lim="8000"/>
              <a:headEnd type="none" w="sm" len="sm"/>
              <a:tailEnd type="none" w="sm" len="sm"/>
            </a:ln>
          </p:spPr>
        </p:sp>
        <p:sp>
          <p:nvSpPr>
            <p:cNvPr id="240" name="Google Shape;240;p21"/>
            <p:cNvSpPr txBox="1"/>
            <p:nvPr/>
          </p:nvSpPr>
          <p:spPr>
            <a:xfrm>
              <a:off x="0" y="-47625"/>
              <a:ext cx="812800" cy="860425"/>
            </a:xfrm>
            <a:prstGeom prst="rect">
              <a:avLst/>
            </a:prstGeom>
            <a:noFill/>
            <a:ln>
              <a:noFill/>
            </a:ln>
          </p:spPr>
          <p:txBody>
            <a:bodyPr spcFirstLastPara="1" wrap="square" lIns="33867" tIns="33867" rIns="33867" bIns="33867" anchor="ctr" anchorCtr="0">
              <a:noAutofit/>
            </a:bodyPr>
            <a:lstStyle/>
            <a:p>
              <a:pPr algn="ctr">
                <a:lnSpc>
                  <a:spcPct val="186611"/>
                </a:lnSpc>
              </a:pPr>
              <a:endParaRPr sz="1200">
                <a:solidFill>
                  <a:schemeClr val="dk1"/>
                </a:solidFill>
                <a:latin typeface="Calibri"/>
                <a:ea typeface="Calibri"/>
                <a:cs typeface="Calibri"/>
                <a:sym typeface="Calibri"/>
              </a:endParaRPr>
            </a:p>
          </p:txBody>
        </p:sp>
      </p:grpSp>
      <p:sp>
        <p:nvSpPr>
          <p:cNvPr id="242" name="Google Shape;242;p21"/>
          <p:cNvSpPr txBox="1"/>
          <p:nvPr/>
        </p:nvSpPr>
        <p:spPr>
          <a:xfrm>
            <a:off x="1793386" y="4826466"/>
            <a:ext cx="1619818" cy="269433"/>
          </a:xfrm>
          <a:prstGeom prst="rect">
            <a:avLst/>
          </a:prstGeom>
          <a:noFill/>
          <a:ln>
            <a:noFill/>
          </a:ln>
        </p:spPr>
        <p:txBody>
          <a:bodyPr spcFirstLastPara="1" wrap="square" lIns="0" tIns="0" rIns="0" bIns="0" anchor="t" anchorCtr="0">
            <a:spAutoFit/>
          </a:bodyPr>
          <a:lstStyle/>
          <a:p>
            <a:pPr algn="ctr">
              <a:lnSpc>
                <a:spcPct val="119972"/>
              </a:lnSpc>
            </a:pPr>
            <a:r>
              <a:rPr lang="en-US" sz="1459" b="1" dirty="0">
                <a:solidFill>
                  <a:srgbClr val="FFFFFF"/>
                </a:solidFill>
                <a:latin typeface="Arial"/>
                <a:ea typeface="Arial"/>
                <a:cs typeface="Arial"/>
                <a:sym typeface="Arial"/>
              </a:rPr>
              <a:t> Iliya Jafari</a:t>
            </a:r>
            <a:endParaRPr sz="1200" b="1" dirty="0"/>
          </a:p>
        </p:txBody>
      </p:sp>
      <p:sp>
        <p:nvSpPr>
          <p:cNvPr id="245" name="Google Shape;245;p21"/>
          <p:cNvSpPr txBox="1"/>
          <p:nvPr/>
        </p:nvSpPr>
        <p:spPr>
          <a:xfrm>
            <a:off x="3836435" y="4826465"/>
            <a:ext cx="2174187" cy="269433"/>
          </a:xfrm>
          <a:prstGeom prst="rect">
            <a:avLst/>
          </a:prstGeom>
          <a:noFill/>
          <a:ln>
            <a:noFill/>
          </a:ln>
        </p:spPr>
        <p:txBody>
          <a:bodyPr spcFirstLastPara="1" wrap="square" lIns="0" tIns="0" rIns="0" bIns="0" anchor="t" anchorCtr="0">
            <a:spAutoFit/>
          </a:bodyPr>
          <a:lstStyle/>
          <a:p>
            <a:pPr algn="ctr">
              <a:lnSpc>
                <a:spcPct val="119972"/>
              </a:lnSpc>
            </a:pPr>
            <a:r>
              <a:rPr lang="en-US" sz="1459" b="1" dirty="0">
                <a:solidFill>
                  <a:srgbClr val="FFFFFF"/>
                </a:solidFill>
                <a:latin typeface="Arial"/>
                <a:ea typeface="Arial"/>
                <a:cs typeface="Arial"/>
                <a:sym typeface="Arial"/>
              </a:rPr>
              <a:t> Amir Hossein Tehrani</a:t>
            </a:r>
            <a:endParaRPr sz="1200" b="1" dirty="0"/>
          </a:p>
        </p:txBody>
      </p:sp>
      <p:sp>
        <p:nvSpPr>
          <p:cNvPr id="247" name="Google Shape;247;p21"/>
          <p:cNvSpPr txBox="1"/>
          <p:nvPr/>
        </p:nvSpPr>
        <p:spPr>
          <a:xfrm>
            <a:off x="1447788" y="1390078"/>
            <a:ext cx="9296421" cy="985013"/>
          </a:xfrm>
          <a:prstGeom prst="rect">
            <a:avLst/>
          </a:prstGeom>
          <a:noFill/>
          <a:ln>
            <a:noFill/>
          </a:ln>
        </p:spPr>
        <p:txBody>
          <a:bodyPr spcFirstLastPara="1" wrap="square" lIns="0" tIns="0" rIns="0" bIns="0" anchor="t" anchorCtr="0">
            <a:spAutoFit/>
          </a:bodyPr>
          <a:lstStyle/>
          <a:p>
            <a:pPr algn="ctr">
              <a:lnSpc>
                <a:spcPct val="120000"/>
              </a:lnSpc>
            </a:pPr>
            <a:r>
              <a:rPr lang="fa-IR" sz="5334" dirty="0">
                <a:solidFill>
                  <a:schemeClr val="tx2"/>
                </a:solidFill>
                <a:latin typeface="Archivo Black"/>
                <a:ea typeface="Archivo Black"/>
                <a:cs typeface="B Titr" panose="00000700000000000000" pitchFamily="2" charset="-78"/>
                <a:sym typeface="Archivo Black"/>
              </a:rPr>
              <a:t>اعضای گروه دوم</a:t>
            </a:r>
            <a:endParaRPr sz="1200" dirty="0">
              <a:solidFill>
                <a:schemeClr val="tx2"/>
              </a:solidFill>
              <a:cs typeface="B Titr" panose="00000700000000000000" pitchFamily="2" charset="-78"/>
            </a:endParaRPr>
          </a:p>
        </p:txBody>
      </p:sp>
      <p:sp>
        <p:nvSpPr>
          <p:cNvPr id="250" name="Google Shape;250;p21"/>
          <p:cNvSpPr txBox="1"/>
          <p:nvPr/>
        </p:nvSpPr>
        <p:spPr>
          <a:xfrm>
            <a:off x="6431904" y="4826466"/>
            <a:ext cx="1619818" cy="269433"/>
          </a:xfrm>
          <a:prstGeom prst="rect">
            <a:avLst/>
          </a:prstGeom>
          <a:noFill/>
          <a:ln>
            <a:noFill/>
          </a:ln>
        </p:spPr>
        <p:txBody>
          <a:bodyPr spcFirstLastPara="1" wrap="square" lIns="0" tIns="0" rIns="0" bIns="0" anchor="t" anchorCtr="0">
            <a:spAutoFit/>
          </a:bodyPr>
          <a:lstStyle/>
          <a:p>
            <a:pPr algn="ctr">
              <a:lnSpc>
                <a:spcPct val="119972"/>
              </a:lnSpc>
            </a:pPr>
            <a:r>
              <a:rPr lang="en-US" sz="1459" b="1" dirty="0">
                <a:solidFill>
                  <a:srgbClr val="FFFFFF"/>
                </a:solidFill>
                <a:latin typeface="Arial"/>
                <a:ea typeface="Arial"/>
                <a:cs typeface="Arial"/>
                <a:sym typeface="Arial"/>
              </a:rPr>
              <a:t> Pouya Tavakoli</a:t>
            </a:r>
            <a:endParaRPr sz="1200" b="1" dirty="0"/>
          </a:p>
        </p:txBody>
      </p:sp>
      <p:sp>
        <p:nvSpPr>
          <p:cNvPr id="253" name="Google Shape;253;p21"/>
          <p:cNvSpPr txBox="1"/>
          <p:nvPr/>
        </p:nvSpPr>
        <p:spPr>
          <a:xfrm>
            <a:off x="8717178" y="4826466"/>
            <a:ext cx="1619818" cy="269433"/>
          </a:xfrm>
          <a:prstGeom prst="rect">
            <a:avLst/>
          </a:prstGeom>
          <a:noFill/>
          <a:ln>
            <a:noFill/>
          </a:ln>
        </p:spPr>
        <p:txBody>
          <a:bodyPr spcFirstLastPara="1" wrap="square" lIns="0" tIns="0" rIns="0" bIns="0" anchor="t" anchorCtr="0">
            <a:spAutoFit/>
          </a:bodyPr>
          <a:lstStyle/>
          <a:p>
            <a:pPr algn="ctr">
              <a:lnSpc>
                <a:spcPct val="119972"/>
              </a:lnSpc>
            </a:pPr>
            <a:r>
              <a:rPr lang="en-US" sz="1459" b="1" dirty="0">
                <a:solidFill>
                  <a:srgbClr val="FFFFFF"/>
                </a:solidFill>
                <a:latin typeface="Arial"/>
                <a:ea typeface="Arial"/>
                <a:cs typeface="Arial"/>
                <a:sym typeface="Arial"/>
              </a:rPr>
              <a:t> Mahdi </a:t>
            </a:r>
            <a:r>
              <a:rPr lang="en-US" sz="1459" b="1" dirty="0" err="1">
                <a:solidFill>
                  <a:srgbClr val="FFFFFF"/>
                </a:solidFill>
                <a:latin typeface="Arial"/>
                <a:ea typeface="Arial"/>
                <a:cs typeface="Arial"/>
                <a:sym typeface="Arial"/>
              </a:rPr>
              <a:t>Zareei</a:t>
            </a:r>
            <a:endParaRPr sz="1200" b="1" dirty="0"/>
          </a:p>
        </p:txBody>
      </p:sp>
      <p:pic>
        <p:nvPicPr>
          <p:cNvPr id="3" name="Picture 2">
            <a:extLst>
              <a:ext uri="{FF2B5EF4-FFF2-40B4-BE49-F238E27FC236}">
                <a16:creationId xmlns:a16="http://schemas.microsoft.com/office/drawing/2014/main" id="{33979C6C-E000-E1AB-2C64-90A51C442FDC}"/>
              </a:ext>
            </a:extLst>
          </p:cNvPr>
          <p:cNvPicPr>
            <a:picLocks noChangeAspect="1"/>
          </p:cNvPicPr>
          <p:nvPr/>
        </p:nvPicPr>
        <p:blipFill rotWithShape="1">
          <a:blip r:embed="rId4">
            <a:extLst>
              <a:ext uri="{28A0092B-C50C-407E-A947-70E740481C1C}">
                <a14:useLocalDpi xmlns:a14="http://schemas.microsoft.com/office/drawing/2010/main" val="0"/>
              </a:ext>
            </a:extLst>
          </a:blip>
          <a:srcRect l="13212" r="11788"/>
          <a:stretch/>
        </p:blipFill>
        <p:spPr>
          <a:xfrm>
            <a:off x="1997301" y="2798256"/>
            <a:ext cx="1211988" cy="1615985"/>
          </a:xfrm>
          <a:prstGeom prst="rect">
            <a:avLst/>
          </a:prstGeom>
        </p:spPr>
      </p:pic>
      <p:pic>
        <p:nvPicPr>
          <p:cNvPr id="5" name="Picture 4">
            <a:extLst>
              <a:ext uri="{FF2B5EF4-FFF2-40B4-BE49-F238E27FC236}">
                <a16:creationId xmlns:a16="http://schemas.microsoft.com/office/drawing/2014/main" id="{9A331624-56CE-4D3B-FEA2-1B493DDDB5DE}"/>
              </a:ext>
            </a:extLst>
          </p:cNvPr>
          <p:cNvPicPr>
            <a:picLocks noChangeAspect="1"/>
          </p:cNvPicPr>
          <p:nvPr/>
        </p:nvPicPr>
        <p:blipFill rotWithShape="1">
          <a:blip r:embed="rId5">
            <a:extLst>
              <a:ext uri="{28A0092B-C50C-407E-A947-70E740481C1C}">
                <a14:useLocalDpi xmlns:a14="http://schemas.microsoft.com/office/drawing/2010/main" val="0"/>
              </a:ext>
            </a:extLst>
          </a:blip>
          <a:srcRect l="8915" r="16086"/>
          <a:stretch/>
        </p:blipFill>
        <p:spPr>
          <a:xfrm>
            <a:off x="4317534" y="2803776"/>
            <a:ext cx="1211988" cy="1615986"/>
          </a:xfrm>
          <a:prstGeom prst="rect">
            <a:avLst/>
          </a:prstGeom>
        </p:spPr>
      </p:pic>
      <p:pic>
        <p:nvPicPr>
          <p:cNvPr id="7" name="Picture 6">
            <a:extLst>
              <a:ext uri="{FF2B5EF4-FFF2-40B4-BE49-F238E27FC236}">
                <a16:creationId xmlns:a16="http://schemas.microsoft.com/office/drawing/2014/main" id="{4BFB2B5F-FE03-9D98-94B2-77B6698791C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6630491" y="2798257"/>
            <a:ext cx="1211988" cy="1615985"/>
          </a:xfrm>
          <a:prstGeom prst="rect">
            <a:avLst/>
          </a:prstGeom>
        </p:spPr>
      </p:pic>
      <p:pic>
        <p:nvPicPr>
          <p:cNvPr id="9" name="Picture 8">
            <a:extLst>
              <a:ext uri="{FF2B5EF4-FFF2-40B4-BE49-F238E27FC236}">
                <a16:creationId xmlns:a16="http://schemas.microsoft.com/office/drawing/2014/main" id="{E94ED128-B951-AEB7-9FAA-7F091CF03A90}"/>
              </a:ext>
            </a:extLst>
          </p:cNvPr>
          <p:cNvPicPr>
            <a:picLocks noChangeAspect="1"/>
          </p:cNvPicPr>
          <p:nvPr/>
        </p:nvPicPr>
        <p:blipFill rotWithShape="1">
          <a:blip r:embed="rId7">
            <a:extLst>
              <a:ext uri="{28A0092B-C50C-407E-A947-70E740481C1C}">
                <a14:useLocalDpi xmlns:a14="http://schemas.microsoft.com/office/drawing/2010/main" val="0"/>
              </a:ext>
            </a:extLst>
          </a:blip>
          <a:srcRect l="10835" r="14281"/>
          <a:stretch/>
        </p:blipFill>
        <p:spPr>
          <a:xfrm>
            <a:off x="8921093" y="2798256"/>
            <a:ext cx="1211988" cy="16184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pic>
        <p:nvPicPr>
          <p:cNvPr id="6" name="Picture 5">
            <a:extLst>
              <a:ext uri="{FF2B5EF4-FFF2-40B4-BE49-F238E27FC236}">
                <a16:creationId xmlns:a16="http://schemas.microsoft.com/office/drawing/2014/main" id="{EA1DE535-3278-419A-B25B-6931CDC89BA6}"/>
              </a:ext>
            </a:extLst>
          </p:cNvPr>
          <p:cNvPicPr>
            <a:picLocks noChangeAspect="1"/>
          </p:cNvPicPr>
          <p:nvPr/>
        </p:nvPicPr>
        <p:blipFill>
          <a:blip r:embed="rId3">
            <a:alphaModFix amt="18000"/>
          </a:blip>
          <a:stretch>
            <a:fillRect/>
          </a:stretch>
        </p:blipFill>
        <p:spPr>
          <a:xfrm>
            <a:off x="1695" y="0"/>
            <a:ext cx="12192000" cy="6857999"/>
          </a:xfrm>
          <a:prstGeom prst="rect">
            <a:avLst/>
          </a:prstGeom>
        </p:spPr>
      </p:pic>
      <p:grpSp>
        <p:nvGrpSpPr>
          <p:cNvPr id="160" name="Google Shape;160;p17"/>
          <p:cNvGrpSpPr/>
          <p:nvPr/>
        </p:nvGrpSpPr>
        <p:grpSpPr>
          <a:xfrm>
            <a:off x="518271" y="565249"/>
            <a:ext cx="10782568" cy="5606951"/>
            <a:chOff x="0" y="-47625"/>
            <a:chExt cx="4259780" cy="2215092"/>
          </a:xfrm>
        </p:grpSpPr>
        <p:sp>
          <p:nvSpPr>
            <p:cNvPr id="161" name="Google Shape;161;p17"/>
            <p:cNvSpPr/>
            <p:nvPr/>
          </p:nvSpPr>
          <p:spPr>
            <a:xfrm>
              <a:off x="0" y="0"/>
              <a:ext cx="4259780" cy="2167467"/>
            </a:xfrm>
            <a:custGeom>
              <a:avLst/>
              <a:gdLst/>
              <a:ahLst/>
              <a:cxnLst/>
              <a:rect l="l" t="t" r="r" b="b"/>
              <a:pathLst>
                <a:path w="4259780" h="2167467" extrusionOk="0">
                  <a:moveTo>
                    <a:pt x="0" y="0"/>
                  </a:moveTo>
                  <a:lnTo>
                    <a:pt x="4259780" y="0"/>
                  </a:lnTo>
                  <a:lnTo>
                    <a:pt x="4259780" y="2167467"/>
                  </a:lnTo>
                  <a:lnTo>
                    <a:pt x="0" y="2167467"/>
                  </a:lnTo>
                  <a:close/>
                </a:path>
              </a:pathLst>
            </a:custGeom>
            <a:solidFill>
              <a:srgbClr val="000000">
                <a:alpha val="0"/>
              </a:srgbClr>
            </a:solidFill>
            <a:ln w="38100" cap="sq" cmpd="sng">
              <a:solidFill>
                <a:srgbClr val="71CBEF"/>
              </a:solidFill>
              <a:prstDash val="solid"/>
              <a:miter lim="8000"/>
              <a:headEnd type="none" w="sm" len="sm"/>
              <a:tailEnd type="none" w="sm" len="sm"/>
            </a:ln>
          </p:spPr>
        </p:sp>
        <p:sp>
          <p:nvSpPr>
            <p:cNvPr id="162" name="Google Shape;162;p17"/>
            <p:cNvSpPr txBox="1"/>
            <p:nvPr/>
          </p:nvSpPr>
          <p:spPr>
            <a:xfrm>
              <a:off x="0" y="-47625"/>
              <a:ext cx="812800" cy="860425"/>
            </a:xfrm>
            <a:prstGeom prst="rect">
              <a:avLst/>
            </a:prstGeom>
            <a:noFill/>
            <a:ln>
              <a:noFill/>
            </a:ln>
          </p:spPr>
          <p:txBody>
            <a:bodyPr spcFirstLastPara="1" wrap="square" lIns="33867" tIns="33867" rIns="33867" bIns="33867" anchor="ctr" anchorCtr="0">
              <a:noAutofit/>
            </a:bodyPr>
            <a:lstStyle/>
            <a:p>
              <a:pPr algn="ctr">
                <a:lnSpc>
                  <a:spcPct val="186611"/>
                </a:lnSpc>
              </a:pPr>
              <a:endParaRPr sz="1200">
                <a:solidFill>
                  <a:schemeClr val="dk1"/>
                </a:solidFill>
                <a:latin typeface="Calibri"/>
                <a:ea typeface="Calibri"/>
                <a:cs typeface="Calibri"/>
                <a:sym typeface="Calibri"/>
              </a:endParaRPr>
            </a:p>
          </p:txBody>
        </p:sp>
      </p:grpSp>
      <p:sp>
        <p:nvSpPr>
          <p:cNvPr id="164" name="Google Shape;164;p17"/>
          <p:cNvSpPr/>
          <p:nvPr/>
        </p:nvSpPr>
        <p:spPr>
          <a:xfrm>
            <a:off x="8560945" y="-1"/>
            <a:ext cx="5465719" cy="6858000"/>
          </a:xfrm>
          <a:custGeom>
            <a:avLst/>
            <a:gdLst/>
            <a:ahLst/>
            <a:cxnLst/>
            <a:rect l="l" t="t" r="r" b="b"/>
            <a:pathLst>
              <a:path w="8198578" h="10287000" extrusionOk="0">
                <a:moveTo>
                  <a:pt x="0" y="0"/>
                </a:moveTo>
                <a:lnTo>
                  <a:pt x="8198578" y="0"/>
                </a:lnTo>
                <a:lnTo>
                  <a:pt x="8198578" y="10287000"/>
                </a:lnTo>
                <a:lnTo>
                  <a:pt x="0" y="10287000"/>
                </a:lnTo>
                <a:lnTo>
                  <a:pt x="0" y="0"/>
                </a:lnTo>
                <a:close/>
              </a:path>
            </a:pathLst>
          </a:custGeom>
          <a:blipFill rotWithShape="1">
            <a:blip r:embed="rId4">
              <a:alphaModFix amt="50000"/>
            </a:blip>
            <a:stretch>
              <a:fillRect l="-17639" r="-7832"/>
            </a:stretch>
          </a:blipFill>
          <a:ln>
            <a:noFill/>
          </a:ln>
          <a:effectLst>
            <a:glow rad="50800">
              <a:schemeClr val="accent1">
                <a:alpha val="94000"/>
              </a:schemeClr>
            </a:glow>
            <a:softEdge rad="457200"/>
          </a:effectLst>
        </p:spPr>
      </p:sp>
      <p:sp>
        <p:nvSpPr>
          <p:cNvPr id="168" name="Google Shape;168;p17"/>
          <p:cNvSpPr txBox="1"/>
          <p:nvPr/>
        </p:nvSpPr>
        <p:spPr>
          <a:xfrm>
            <a:off x="1069372" y="1423060"/>
            <a:ext cx="963703" cy="1107996"/>
          </a:xfrm>
          <a:prstGeom prst="rect">
            <a:avLst/>
          </a:prstGeom>
          <a:noFill/>
          <a:ln>
            <a:noFill/>
          </a:ln>
        </p:spPr>
        <p:txBody>
          <a:bodyPr spcFirstLastPara="1" wrap="square" lIns="0" tIns="0" rIns="0" bIns="0" anchor="t" anchorCtr="0">
            <a:spAutoFit/>
          </a:bodyPr>
          <a:lstStyle/>
          <a:p>
            <a:pPr algn="just">
              <a:lnSpc>
                <a:spcPct val="120000"/>
              </a:lnSpc>
            </a:pPr>
            <a:r>
              <a:rPr lang="en-US" sz="6000">
                <a:solidFill>
                  <a:srgbClr val="0F1A38"/>
                </a:solidFill>
                <a:latin typeface="Archivo Black"/>
                <a:ea typeface="Archivo Black"/>
                <a:cs typeface="Archivo Black"/>
                <a:sym typeface="Archivo Black"/>
              </a:rPr>
              <a:t>2</a:t>
            </a:r>
            <a:endParaRPr sz="1200"/>
          </a:p>
        </p:txBody>
      </p:sp>
      <p:sp>
        <p:nvSpPr>
          <p:cNvPr id="159" name="Google Shape;159;p17"/>
          <p:cNvSpPr txBox="1"/>
          <p:nvPr/>
        </p:nvSpPr>
        <p:spPr>
          <a:xfrm>
            <a:off x="7792504" y="435427"/>
            <a:ext cx="4115108" cy="1107996"/>
          </a:xfrm>
          <a:prstGeom prst="rect">
            <a:avLst/>
          </a:prstGeom>
          <a:noFill/>
          <a:ln>
            <a:noFill/>
          </a:ln>
        </p:spPr>
        <p:txBody>
          <a:bodyPr spcFirstLastPara="1" wrap="square" lIns="0" tIns="0" rIns="0" bIns="0" anchor="t" anchorCtr="0">
            <a:spAutoFit/>
          </a:bodyPr>
          <a:lstStyle/>
          <a:p>
            <a:pPr algn="just">
              <a:lnSpc>
                <a:spcPct val="120000"/>
              </a:lnSpc>
            </a:pPr>
            <a:r>
              <a:rPr lang="fa-IR" sz="6000" dirty="0">
                <a:solidFill>
                  <a:srgbClr val="71CBEF"/>
                </a:solidFill>
                <a:latin typeface="Archivo Black"/>
                <a:ea typeface="Archivo Black"/>
                <a:cs typeface="B Titr" panose="00000700000000000000" pitchFamily="2" charset="-78"/>
                <a:sym typeface="Archivo Black"/>
              </a:rPr>
              <a:t>فهرست</a:t>
            </a:r>
            <a:endParaRPr sz="1200" dirty="0">
              <a:cs typeface="B Titr" panose="00000700000000000000" pitchFamily="2" charset="-78"/>
            </a:endParaRPr>
          </a:p>
        </p:txBody>
      </p:sp>
      <p:pic>
        <p:nvPicPr>
          <p:cNvPr id="3" name="Picture 2">
            <a:extLst>
              <a:ext uri="{FF2B5EF4-FFF2-40B4-BE49-F238E27FC236}">
                <a16:creationId xmlns:a16="http://schemas.microsoft.com/office/drawing/2014/main" id="{22862A88-4897-4768-82C0-17E5EDBD11F8}"/>
              </a:ext>
            </a:extLst>
          </p:cNvPr>
          <p:cNvPicPr>
            <a:picLocks noChangeAspect="1"/>
          </p:cNvPicPr>
          <p:nvPr/>
        </p:nvPicPr>
        <p:blipFill>
          <a:blip r:embed="rId5"/>
          <a:stretch>
            <a:fillRect/>
          </a:stretch>
        </p:blipFill>
        <p:spPr>
          <a:xfrm>
            <a:off x="8382494" y="1362779"/>
            <a:ext cx="343527" cy="4476584"/>
          </a:xfrm>
          <a:prstGeom prst="rect">
            <a:avLst/>
          </a:prstGeom>
        </p:spPr>
      </p:pic>
      <p:sp>
        <p:nvSpPr>
          <p:cNvPr id="27" name="TextBox 26">
            <a:extLst>
              <a:ext uri="{FF2B5EF4-FFF2-40B4-BE49-F238E27FC236}">
                <a16:creationId xmlns:a16="http://schemas.microsoft.com/office/drawing/2014/main" id="{DB7AF91B-D40A-4688-8132-8010CB6570F5}"/>
              </a:ext>
            </a:extLst>
          </p:cNvPr>
          <p:cNvSpPr txBox="1"/>
          <p:nvPr/>
        </p:nvSpPr>
        <p:spPr>
          <a:xfrm>
            <a:off x="4192574" y="1907157"/>
            <a:ext cx="6590872" cy="534762"/>
          </a:xfrm>
          <a:prstGeom prst="rect">
            <a:avLst/>
          </a:prstGeom>
          <a:noFill/>
        </p:spPr>
        <p:txBody>
          <a:bodyPr wrap="square">
            <a:spAutoFit/>
          </a:bodyPr>
          <a:lstStyle/>
          <a:p>
            <a:pPr algn="ctr">
              <a:lnSpc>
                <a:spcPct val="120000"/>
              </a:lnSpc>
            </a:pPr>
            <a:r>
              <a:rPr lang="fa-IR" sz="2500" dirty="0">
                <a:solidFill>
                  <a:srgbClr val="71CBEF"/>
                </a:solidFill>
                <a:latin typeface="Archivo Black" panose="020B0A03020202020B04"/>
                <a:ea typeface="Archivo Black" panose="020B0A03020202020B04"/>
                <a:cs typeface="B Titr" panose="00000700000000000000" pitchFamily="2" charset="-78"/>
                <a:sym typeface="Archivo Black" panose="020B0A03020202020B04"/>
              </a:rPr>
              <a:t>پخش همگانی</a:t>
            </a:r>
            <a:endParaRPr lang="en-US" sz="2500" dirty="0">
              <a:solidFill>
                <a:srgbClr val="71CBEF"/>
              </a:solidFill>
              <a:latin typeface="Archivo Black" panose="020B0A03020202020B04"/>
              <a:ea typeface="Archivo Black" panose="020B0A03020202020B04"/>
              <a:cs typeface="B Titr" panose="00000700000000000000" pitchFamily="2" charset="-78"/>
              <a:sym typeface="Archivo Black" panose="020B0A03020202020B04"/>
            </a:endParaRPr>
          </a:p>
        </p:txBody>
      </p:sp>
      <p:sp>
        <p:nvSpPr>
          <p:cNvPr id="29" name="TextBox 28">
            <a:extLst>
              <a:ext uri="{FF2B5EF4-FFF2-40B4-BE49-F238E27FC236}">
                <a16:creationId xmlns:a16="http://schemas.microsoft.com/office/drawing/2014/main" id="{5CD13921-ADAB-4B9A-B7FA-8FAAEA02CD1B}"/>
              </a:ext>
            </a:extLst>
          </p:cNvPr>
          <p:cNvSpPr txBox="1"/>
          <p:nvPr/>
        </p:nvSpPr>
        <p:spPr>
          <a:xfrm>
            <a:off x="6946680" y="3110721"/>
            <a:ext cx="6590872" cy="4770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a-IR" sz="2500" b="0" i="0" u="none" strike="noStrike" kern="1200" cap="none" spc="0" normalizeH="0" baseline="0" noProof="0" dirty="0">
                <a:ln>
                  <a:noFill/>
                </a:ln>
                <a:solidFill>
                  <a:srgbClr val="71CBEF"/>
                </a:solidFill>
                <a:effectLst/>
                <a:uLnTx/>
                <a:uFillTx/>
                <a:latin typeface="Arial"/>
                <a:ea typeface="+mn-ea"/>
                <a:cs typeface="B Titr" panose="00000700000000000000" pitchFamily="2" charset="-78"/>
              </a:rPr>
              <a:t>تبدیل آنالوگ به دیجیتال</a:t>
            </a:r>
            <a:endParaRPr kumimoji="0" lang="en-GB" sz="2500" b="0" i="0" u="none" strike="noStrike" kern="1200" cap="none" spc="0" normalizeH="0" baseline="0" noProof="0" dirty="0">
              <a:ln>
                <a:noFill/>
              </a:ln>
              <a:solidFill>
                <a:srgbClr val="71CBEF"/>
              </a:solidFill>
              <a:effectLst/>
              <a:uLnTx/>
              <a:uFillTx/>
              <a:latin typeface="Arial"/>
              <a:ea typeface="+mn-ea"/>
              <a:cs typeface="B Titr" panose="00000700000000000000" pitchFamily="2" charset="-78"/>
            </a:endParaRPr>
          </a:p>
        </p:txBody>
      </p:sp>
      <p:sp>
        <p:nvSpPr>
          <p:cNvPr id="33" name="Google Shape;103;p13">
            <a:extLst>
              <a:ext uri="{FF2B5EF4-FFF2-40B4-BE49-F238E27FC236}">
                <a16:creationId xmlns:a16="http://schemas.microsoft.com/office/drawing/2014/main" id="{FD56309A-9AE3-4CE7-BA25-C4B25C2A5FD8}"/>
              </a:ext>
            </a:extLst>
          </p:cNvPr>
          <p:cNvSpPr txBox="1"/>
          <p:nvPr/>
        </p:nvSpPr>
        <p:spPr>
          <a:xfrm>
            <a:off x="4376601" y="4211130"/>
            <a:ext cx="5612026" cy="461665"/>
          </a:xfrm>
          <a:prstGeom prst="rect">
            <a:avLst/>
          </a:prstGeom>
          <a:noFill/>
          <a:ln>
            <a:noFill/>
          </a:ln>
        </p:spPr>
        <p:txBody>
          <a:bodyPr spcFirstLastPara="1" wrap="square" lIns="0" tIns="0" rIns="0" bIns="0" anchor="t" anchorCtr="0">
            <a:spAutoFit/>
          </a:bodyPr>
          <a:lstStyle/>
          <a:p>
            <a:pPr algn="ctr" defTabSz="609630" rtl="1">
              <a:lnSpc>
                <a:spcPct val="120000"/>
              </a:lnSpc>
              <a:buClr>
                <a:srgbClr val="000000"/>
              </a:buClr>
            </a:pPr>
            <a:r>
              <a:rPr lang="fa-IR" sz="2500" kern="0" dirty="0">
                <a:solidFill>
                  <a:srgbClr val="71CBEF"/>
                </a:solidFill>
                <a:latin typeface="+mj-lt"/>
                <a:cs typeface="B Titr" panose="00000700000000000000" pitchFamily="2" charset="-78"/>
                <a:sym typeface="Archivo Black"/>
              </a:rPr>
              <a:t>جنگ های دیجیتال</a:t>
            </a:r>
            <a:endParaRPr sz="2500" kern="0" dirty="0">
              <a:solidFill>
                <a:srgbClr val="000000"/>
              </a:solidFill>
              <a:latin typeface="+mj-lt"/>
              <a:cs typeface="B Titr" panose="00000700000000000000" pitchFamily="2" charset="-78"/>
              <a:sym typeface="Arial"/>
            </a:endParaRPr>
          </a:p>
        </p:txBody>
      </p:sp>
      <p:sp>
        <p:nvSpPr>
          <p:cNvPr id="34" name="TextBox 33">
            <a:extLst>
              <a:ext uri="{FF2B5EF4-FFF2-40B4-BE49-F238E27FC236}">
                <a16:creationId xmlns:a16="http://schemas.microsoft.com/office/drawing/2014/main" id="{FBF5AFDE-CF34-4865-9029-31EAC346A38F}"/>
              </a:ext>
            </a:extLst>
          </p:cNvPr>
          <p:cNvSpPr txBox="1"/>
          <p:nvPr/>
        </p:nvSpPr>
        <p:spPr>
          <a:xfrm>
            <a:off x="7478032" y="5424780"/>
            <a:ext cx="4747254" cy="477054"/>
          </a:xfrm>
          <a:prstGeom prst="rect">
            <a:avLst/>
          </a:prstGeom>
          <a:noFill/>
        </p:spPr>
        <p:txBody>
          <a:bodyPr wrap="square" rtlCol="0">
            <a:spAutoFit/>
          </a:bodyPr>
          <a:lstStyle/>
          <a:p>
            <a:pPr algn="ctr"/>
            <a:r>
              <a:rPr lang="fa-IR" sz="2500" b="1" dirty="0">
                <a:solidFill>
                  <a:schemeClr val="tx2"/>
                </a:solidFill>
                <a:cs typeface="B Titr" panose="00000700000000000000" pitchFamily="2" charset="-78"/>
              </a:rPr>
              <a:t>همگرایی دیجیتال</a:t>
            </a:r>
            <a:endParaRPr lang="en-US" sz="2500" b="1" dirty="0">
              <a:solidFill>
                <a:schemeClr val="tx2"/>
              </a:solidFill>
              <a:cs typeface="B Titr" panose="00000700000000000000" pitchFamily="2" charset="-78"/>
            </a:endParaRPr>
          </a:p>
        </p:txBody>
      </p:sp>
      <p:sp>
        <p:nvSpPr>
          <p:cNvPr id="35" name="Google Shape;109;p13">
            <a:extLst>
              <a:ext uri="{FF2B5EF4-FFF2-40B4-BE49-F238E27FC236}">
                <a16:creationId xmlns:a16="http://schemas.microsoft.com/office/drawing/2014/main" id="{9CEA895F-287C-44D3-9C51-4AABFE6A65B5}"/>
              </a:ext>
            </a:extLst>
          </p:cNvPr>
          <p:cNvSpPr txBox="1"/>
          <p:nvPr/>
        </p:nvSpPr>
        <p:spPr>
          <a:xfrm>
            <a:off x="8485726" y="2019311"/>
            <a:ext cx="963703" cy="369332"/>
          </a:xfrm>
          <a:prstGeom prst="rect">
            <a:avLst/>
          </a:prstGeom>
          <a:noFill/>
          <a:ln>
            <a:noFill/>
          </a:ln>
        </p:spPr>
        <p:txBody>
          <a:bodyPr spcFirstLastPara="1" wrap="square" lIns="0" tIns="0" rIns="0" bIns="0" anchor="t" anchorCtr="0">
            <a:spAutoFit/>
          </a:bodyPr>
          <a:lstStyle/>
          <a:p>
            <a:pPr algn="just">
              <a:lnSpc>
                <a:spcPct val="120000"/>
              </a:lnSpc>
            </a:pPr>
            <a:r>
              <a:rPr lang="en-US" sz="2000" b="1" dirty="0">
                <a:solidFill>
                  <a:srgbClr val="0F1A38"/>
                </a:solidFill>
                <a:latin typeface="Archivo Black" panose="020B0A03020202020B04"/>
                <a:ea typeface="Archivo Black" panose="020B0A03020202020B04"/>
                <a:cs typeface="B Titr" panose="00000700000000000000" pitchFamily="2" charset="-78"/>
                <a:sym typeface="Archivo Black" panose="020B0A03020202020B04"/>
              </a:rPr>
              <a:t>1</a:t>
            </a:r>
          </a:p>
        </p:txBody>
      </p:sp>
      <p:sp>
        <p:nvSpPr>
          <p:cNvPr id="36" name="Google Shape;109;p13">
            <a:extLst>
              <a:ext uri="{FF2B5EF4-FFF2-40B4-BE49-F238E27FC236}">
                <a16:creationId xmlns:a16="http://schemas.microsoft.com/office/drawing/2014/main" id="{71501238-54F9-4B44-A3BD-75956BF1B5C6}"/>
              </a:ext>
            </a:extLst>
          </p:cNvPr>
          <p:cNvSpPr txBox="1"/>
          <p:nvPr/>
        </p:nvSpPr>
        <p:spPr>
          <a:xfrm>
            <a:off x="8485726" y="3164582"/>
            <a:ext cx="963703" cy="369332"/>
          </a:xfrm>
          <a:prstGeom prst="rect">
            <a:avLst/>
          </a:prstGeom>
          <a:noFill/>
          <a:ln>
            <a:noFill/>
          </a:ln>
        </p:spPr>
        <p:txBody>
          <a:bodyPr spcFirstLastPara="1" wrap="square" lIns="0" tIns="0" rIns="0" bIns="0" anchor="t" anchorCtr="0">
            <a:spAutoFit/>
          </a:bodyPr>
          <a:lstStyle/>
          <a:p>
            <a:pPr algn="just">
              <a:lnSpc>
                <a:spcPct val="120000"/>
              </a:lnSpc>
            </a:pPr>
            <a:r>
              <a:rPr lang="en-US" sz="2000" b="1" dirty="0">
                <a:solidFill>
                  <a:srgbClr val="0F1A38"/>
                </a:solidFill>
                <a:latin typeface="Archivo Black" panose="020B0A03020202020B04"/>
                <a:ea typeface="Archivo Black" panose="020B0A03020202020B04"/>
                <a:cs typeface="B Titr" panose="00000700000000000000" pitchFamily="2" charset="-78"/>
                <a:sym typeface="Archivo Black" panose="020B0A03020202020B04"/>
              </a:rPr>
              <a:t>2</a:t>
            </a:r>
          </a:p>
        </p:txBody>
      </p:sp>
      <p:sp>
        <p:nvSpPr>
          <p:cNvPr id="37" name="Google Shape;109;p13">
            <a:extLst>
              <a:ext uri="{FF2B5EF4-FFF2-40B4-BE49-F238E27FC236}">
                <a16:creationId xmlns:a16="http://schemas.microsoft.com/office/drawing/2014/main" id="{3A5BA203-93EB-4550-AAB3-7A476FAA38E7}"/>
              </a:ext>
            </a:extLst>
          </p:cNvPr>
          <p:cNvSpPr txBox="1"/>
          <p:nvPr/>
        </p:nvSpPr>
        <p:spPr>
          <a:xfrm>
            <a:off x="8490957" y="4316004"/>
            <a:ext cx="963703" cy="369332"/>
          </a:xfrm>
          <a:prstGeom prst="rect">
            <a:avLst/>
          </a:prstGeom>
          <a:noFill/>
          <a:ln>
            <a:noFill/>
          </a:ln>
        </p:spPr>
        <p:txBody>
          <a:bodyPr spcFirstLastPara="1" wrap="square" lIns="0" tIns="0" rIns="0" bIns="0" anchor="t" anchorCtr="0">
            <a:spAutoFit/>
          </a:bodyPr>
          <a:lstStyle/>
          <a:p>
            <a:pPr algn="just">
              <a:lnSpc>
                <a:spcPct val="120000"/>
              </a:lnSpc>
            </a:pPr>
            <a:r>
              <a:rPr lang="en-US" sz="2000" b="1" dirty="0">
                <a:solidFill>
                  <a:srgbClr val="0F1A38"/>
                </a:solidFill>
                <a:latin typeface="Archivo Black" panose="020B0A03020202020B04"/>
                <a:ea typeface="Archivo Black" panose="020B0A03020202020B04"/>
                <a:cs typeface="B Titr" panose="00000700000000000000" pitchFamily="2" charset="-78"/>
                <a:sym typeface="Archivo Black" panose="020B0A03020202020B04"/>
              </a:rPr>
              <a:t>3</a:t>
            </a:r>
          </a:p>
        </p:txBody>
      </p:sp>
      <p:sp>
        <p:nvSpPr>
          <p:cNvPr id="38" name="Google Shape;109;p13">
            <a:extLst>
              <a:ext uri="{FF2B5EF4-FFF2-40B4-BE49-F238E27FC236}">
                <a16:creationId xmlns:a16="http://schemas.microsoft.com/office/drawing/2014/main" id="{672632A9-84BF-4235-8B8A-E011364130CE}"/>
              </a:ext>
            </a:extLst>
          </p:cNvPr>
          <p:cNvSpPr txBox="1"/>
          <p:nvPr/>
        </p:nvSpPr>
        <p:spPr>
          <a:xfrm>
            <a:off x="8485725" y="5457941"/>
            <a:ext cx="963703" cy="369332"/>
          </a:xfrm>
          <a:prstGeom prst="rect">
            <a:avLst/>
          </a:prstGeom>
          <a:noFill/>
          <a:ln>
            <a:noFill/>
          </a:ln>
        </p:spPr>
        <p:txBody>
          <a:bodyPr spcFirstLastPara="1" wrap="square" lIns="0" tIns="0" rIns="0" bIns="0" anchor="t" anchorCtr="0">
            <a:spAutoFit/>
          </a:bodyPr>
          <a:lstStyle/>
          <a:p>
            <a:pPr algn="just">
              <a:lnSpc>
                <a:spcPct val="120000"/>
              </a:lnSpc>
            </a:pPr>
            <a:r>
              <a:rPr lang="en-US" sz="2000" b="1" dirty="0">
                <a:solidFill>
                  <a:srgbClr val="0F1A38"/>
                </a:solidFill>
                <a:latin typeface="Archivo Black" panose="020B0A03020202020B04"/>
                <a:ea typeface="Archivo Black" panose="020B0A03020202020B04"/>
                <a:cs typeface="B Titr" panose="00000700000000000000" pitchFamily="2" charset="-78"/>
                <a:sym typeface="Archivo Black" panose="020B0A03020202020B04"/>
              </a:rPr>
              <a:t>4</a:t>
            </a:r>
          </a:p>
        </p:txBody>
      </p:sp>
      <p:sp>
        <p:nvSpPr>
          <p:cNvPr id="40" name="Google Shape;242;p21">
            <a:extLst>
              <a:ext uri="{FF2B5EF4-FFF2-40B4-BE49-F238E27FC236}">
                <a16:creationId xmlns:a16="http://schemas.microsoft.com/office/drawing/2014/main" id="{D052F184-A60A-4515-B03E-6111E51712E7}"/>
              </a:ext>
            </a:extLst>
          </p:cNvPr>
          <p:cNvSpPr txBox="1"/>
          <p:nvPr/>
        </p:nvSpPr>
        <p:spPr>
          <a:xfrm>
            <a:off x="8529354" y="2107798"/>
            <a:ext cx="1619818" cy="269433"/>
          </a:xfrm>
          <a:prstGeom prst="rect">
            <a:avLst/>
          </a:prstGeom>
          <a:noFill/>
          <a:ln>
            <a:noFill/>
          </a:ln>
        </p:spPr>
        <p:txBody>
          <a:bodyPr spcFirstLastPara="1" wrap="square" lIns="0" tIns="0" rIns="0" bIns="0" anchor="t" anchorCtr="0">
            <a:spAutoFit/>
          </a:bodyPr>
          <a:lstStyle/>
          <a:p>
            <a:pPr algn="ctr">
              <a:lnSpc>
                <a:spcPct val="119972"/>
              </a:lnSpc>
            </a:pPr>
            <a:r>
              <a:rPr lang="en-US" sz="1459" b="1" dirty="0">
                <a:solidFill>
                  <a:srgbClr val="FFFFFF"/>
                </a:solidFill>
                <a:latin typeface="Arial"/>
                <a:ea typeface="Arial"/>
                <a:cs typeface="Arial"/>
                <a:sym typeface="Arial"/>
              </a:rPr>
              <a:t> Iliya Jafari</a:t>
            </a:r>
            <a:endParaRPr sz="1200" b="1" dirty="0"/>
          </a:p>
        </p:txBody>
      </p:sp>
      <p:sp>
        <p:nvSpPr>
          <p:cNvPr id="41" name="Google Shape;245;p21">
            <a:extLst>
              <a:ext uri="{FF2B5EF4-FFF2-40B4-BE49-F238E27FC236}">
                <a16:creationId xmlns:a16="http://schemas.microsoft.com/office/drawing/2014/main" id="{8F78248D-0172-4753-836C-486E03191660}"/>
              </a:ext>
            </a:extLst>
          </p:cNvPr>
          <p:cNvSpPr txBox="1"/>
          <p:nvPr/>
        </p:nvSpPr>
        <p:spPr>
          <a:xfrm>
            <a:off x="6207833" y="3227846"/>
            <a:ext cx="2174187" cy="269433"/>
          </a:xfrm>
          <a:prstGeom prst="rect">
            <a:avLst/>
          </a:prstGeom>
          <a:noFill/>
          <a:ln>
            <a:noFill/>
          </a:ln>
        </p:spPr>
        <p:txBody>
          <a:bodyPr spcFirstLastPara="1" wrap="square" lIns="0" tIns="0" rIns="0" bIns="0" anchor="t" anchorCtr="0">
            <a:spAutoFit/>
          </a:bodyPr>
          <a:lstStyle/>
          <a:p>
            <a:pPr algn="ctr">
              <a:lnSpc>
                <a:spcPct val="119972"/>
              </a:lnSpc>
            </a:pPr>
            <a:r>
              <a:rPr lang="en-US" sz="1459" b="1" dirty="0">
                <a:solidFill>
                  <a:srgbClr val="FFFFFF"/>
                </a:solidFill>
                <a:latin typeface="Arial"/>
                <a:ea typeface="Arial"/>
                <a:cs typeface="Arial"/>
                <a:sym typeface="Arial"/>
              </a:rPr>
              <a:t> Amir Hossein Tehrani</a:t>
            </a:r>
            <a:endParaRPr sz="1200" b="1" dirty="0"/>
          </a:p>
        </p:txBody>
      </p:sp>
      <p:sp>
        <p:nvSpPr>
          <p:cNvPr id="42" name="Google Shape;250;p21">
            <a:extLst>
              <a:ext uri="{FF2B5EF4-FFF2-40B4-BE49-F238E27FC236}">
                <a16:creationId xmlns:a16="http://schemas.microsoft.com/office/drawing/2014/main" id="{BA2AC448-9729-4B0F-8A95-1CBE7C1AD3E5}"/>
              </a:ext>
            </a:extLst>
          </p:cNvPr>
          <p:cNvSpPr txBox="1"/>
          <p:nvPr/>
        </p:nvSpPr>
        <p:spPr>
          <a:xfrm>
            <a:off x="8726495" y="4339760"/>
            <a:ext cx="1619818" cy="269433"/>
          </a:xfrm>
          <a:prstGeom prst="rect">
            <a:avLst/>
          </a:prstGeom>
          <a:noFill/>
          <a:ln>
            <a:noFill/>
          </a:ln>
        </p:spPr>
        <p:txBody>
          <a:bodyPr spcFirstLastPara="1" wrap="square" lIns="0" tIns="0" rIns="0" bIns="0" anchor="t" anchorCtr="0">
            <a:spAutoFit/>
          </a:bodyPr>
          <a:lstStyle/>
          <a:p>
            <a:pPr algn="ctr">
              <a:lnSpc>
                <a:spcPct val="119972"/>
              </a:lnSpc>
            </a:pPr>
            <a:r>
              <a:rPr lang="en-US" sz="1459" b="1" dirty="0">
                <a:solidFill>
                  <a:srgbClr val="FFFFFF"/>
                </a:solidFill>
                <a:latin typeface="Arial"/>
                <a:ea typeface="Arial"/>
                <a:cs typeface="Arial"/>
                <a:sym typeface="Arial"/>
              </a:rPr>
              <a:t> Pouya Tavakoli</a:t>
            </a:r>
            <a:endParaRPr sz="1200" b="1" dirty="0"/>
          </a:p>
        </p:txBody>
      </p:sp>
      <p:sp>
        <p:nvSpPr>
          <p:cNvPr id="43" name="Google Shape;253;p21">
            <a:extLst>
              <a:ext uri="{FF2B5EF4-FFF2-40B4-BE49-F238E27FC236}">
                <a16:creationId xmlns:a16="http://schemas.microsoft.com/office/drawing/2014/main" id="{652E2356-277B-4F44-80DA-C7E096AB969F}"/>
              </a:ext>
            </a:extLst>
          </p:cNvPr>
          <p:cNvSpPr txBox="1"/>
          <p:nvPr/>
        </p:nvSpPr>
        <p:spPr>
          <a:xfrm>
            <a:off x="6749539" y="5562011"/>
            <a:ext cx="1619818" cy="269433"/>
          </a:xfrm>
          <a:prstGeom prst="rect">
            <a:avLst/>
          </a:prstGeom>
          <a:noFill/>
          <a:ln>
            <a:noFill/>
          </a:ln>
        </p:spPr>
        <p:txBody>
          <a:bodyPr spcFirstLastPara="1" wrap="square" lIns="0" tIns="0" rIns="0" bIns="0" anchor="t" anchorCtr="0">
            <a:spAutoFit/>
          </a:bodyPr>
          <a:lstStyle/>
          <a:p>
            <a:pPr algn="ctr">
              <a:lnSpc>
                <a:spcPct val="119972"/>
              </a:lnSpc>
            </a:pPr>
            <a:r>
              <a:rPr lang="en-US" sz="1459" b="1" dirty="0">
                <a:solidFill>
                  <a:srgbClr val="FFFFFF"/>
                </a:solidFill>
                <a:latin typeface="Arial"/>
                <a:ea typeface="Arial"/>
                <a:cs typeface="Arial"/>
                <a:sym typeface="Arial"/>
              </a:rPr>
              <a:t> Mahdi </a:t>
            </a:r>
            <a:r>
              <a:rPr lang="en-US" sz="1459" b="1" dirty="0" err="1">
                <a:solidFill>
                  <a:srgbClr val="FFFFFF"/>
                </a:solidFill>
                <a:latin typeface="Arial"/>
                <a:ea typeface="Arial"/>
                <a:cs typeface="Arial"/>
                <a:sym typeface="Arial"/>
              </a:rPr>
              <a:t>Zareei</a:t>
            </a:r>
            <a:endParaRPr sz="12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pic>
        <p:nvPicPr>
          <p:cNvPr id="5" name="Picture 4">
            <a:extLst>
              <a:ext uri="{FF2B5EF4-FFF2-40B4-BE49-F238E27FC236}">
                <a16:creationId xmlns:a16="http://schemas.microsoft.com/office/drawing/2014/main" id="{606A395A-6727-4781-9362-E5BE6D28FB90}"/>
              </a:ext>
            </a:extLst>
          </p:cNvPr>
          <p:cNvPicPr>
            <a:picLocks noChangeAspect="1"/>
          </p:cNvPicPr>
          <p:nvPr/>
        </p:nvPicPr>
        <p:blipFill>
          <a:blip r:embed="rId3">
            <a:alphaModFix amt="20000"/>
          </a:blip>
          <a:stretch>
            <a:fillRect/>
          </a:stretch>
        </p:blipFill>
        <p:spPr>
          <a:xfrm>
            <a:off x="-478078" y="0"/>
            <a:ext cx="7546848" cy="6858000"/>
          </a:xfrm>
          <a:prstGeom prst="rect">
            <a:avLst/>
          </a:prstGeom>
        </p:spPr>
      </p:pic>
      <p:cxnSp>
        <p:nvCxnSpPr>
          <p:cNvPr id="432" name="Google Shape;432;p30"/>
          <p:cNvCxnSpPr/>
          <p:nvPr/>
        </p:nvCxnSpPr>
        <p:spPr>
          <a:xfrm>
            <a:off x="7040389" y="838775"/>
            <a:ext cx="0" cy="5486400"/>
          </a:xfrm>
          <a:prstGeom prst="straightConnector1">
            <a:avLst/>
          </a:prstGeom>
          <a:noFill/>
          <a:ln w="38100" cap="flat" cmpd="sng">
            <a:solidFill>
              <a:srgbClr val="71CBEF"/>
            </a:solidFill>
            <a:prstDash val="solid"/>
            <a:round/>
            <a:headEnd type="none" w="sm" len="sm"/>
            <a:tailEnd type="none" w="sm" len="sm"/>
          </a:ln>
        </p:spPr>
      </p:cxnSp>
      <p:grpSp>
        <p:nvGrpSpPr>
          <p:cNvPr id="433" name="Google Shape;433;p30"/>
          <p:cNvGrpSpPr/>
          <p:nvPr/>
        </p:nvGrpSpPr>
        <p:grpSpPr>
          <a:xfrm>
            <a:off x="387421" y="827252"/>
            <a:ext cx="471080" cy="5437625"/>
            <a:chOff x="0" y="0"/>
            <a:chExt cx="942160" cy="10875252"/>
          </a:xfrm>
        </p:grpSpPr>
        <p:sp>
          <p:nvSpPr>
            <p:cNvPr id="434" name="Google Shape;434;p30"/>
            <p:cNvSpPr/>
            <p:nvPr/>
          </p:nvSpPr>
          <p:spPr>
            <a:xfrm>
              <a:off x="0" y="4567286"/>
              <a:ext cx="942160" cy="942160"/>
            </a:xfrm>
            <a:custGeom>
              <a:avLst/>
              <a:gdLst/>
              <a:ahLst/>
              <a:cxnLst/>
              <a:rect l="l" t="t" r="r" b="b"/>
              <a:pathLst>
                <a:path w="942160" h="942160" extrusionOk="0">
                  <a:moveTo>
                    <a:pt x="0" y="0"/>
                  </a:moveTo>
                  <a:lnTo>
                    <a:pt x="942160" y="0"/>
                  </a:lnTo>
                  <a:lnTo>
                    <a:pt x="942160" y="942161"/>
                  </a:lnTo>
                  <a:lnTo>
                    <a:pt x="0" y="942161"/>
                  </a:lnTo>
                  <a:lnTo>
                    <a:pt x="0" y="0"/>
                  </a:lnTo>
                  <a:close/>
                </a:path>
              </a:pathLst>
            </a:custGeom>
            <a:blipFill rotWithShape="1">
              <a:blip r:embed="rId4">
                <a:alphaModFix/>
              </a:blip>
              <a:stretch>
                <a:fillRect/>
              </a:stretch>
            </a:blipFill>
            <a:ln>
              <a:noFill/>
            </a:ln>
          </p:spPr>
        </p:sp>
        <p:sp>
          <p:nvSpPr>
            <p:cNvPr id="435" name="Google Shape;435;p30"/>
            <p:cNvSpPr/>
            <p:nvPr/>
          </p:nvSpPr>
          <p:spPr>
            <a:xfrm>
              <a:off x="0" y="1355864"/>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5">
                <a:alphaModFix/>
              </a:blip>
              <a:stretch>
                <a:fillRect/>
              </a:stretch>
            </a:blipFill>
            <a:ln>
              <a:noFill/>
            </a:ln>
          </p:spPr>
        </p:sp>
        <p:sp>
          <p:nvSpPr>
            <p:cNvPr id="436" name="Google Shape;436;p30"/>
            <p:cNvSpPr/>
            <p:nvPr/>
          </p:nvSpPr>
          <p:spPr>
            <a:xfrm>
              <a:off x="0" y="2954118"/>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6">
                <a:alphaModFix/>
              </a:blip>
              <a:stretch>
                <a:fillRect/>
              </a:stretch>
            </a:blipFill>
            <a:ln>
              <a:noFill/>
            </a:ln>
          </p:spPr>
        </p:sp>
        <p:sp>
          <p:nvSpPr>
            <p:cNvPr id="437" name="Google Shape;437;p30"/>
            <p:cNvSpPr/>
            <p:nvPr/>
          </p:nvSpPr>
          <p:spPr>
            <a:xfrm>
              <a:off x="0" y="9933092"/>
              <a:ext cx="942160" cy="942160"/>
            </a:xfrm>
            <a:custGeom>
              <a:avLst/>
              <a:gdLst/>
              <a:ahLst/>
              <a:cxnLst/>
              <a:rect l="l" t="t" r="r" b="b"/>
              <a:pathLst>
                <a:path w="942160" h="942160" extrusionOk="0">
                  <a:moveTo>
                    <a:pt x="0" y="0"/>
                  </a:moveTo>
                  <a:lnTo>
                    <a:pt x="942160" y="0"/>
                  </a:lnTo>
                  <a:lnTo>
                    <a:pt x="942160" y="942161"/>
                  </a:lnTo>
                  <a:lnTo>
                    <a:pt x="0" y="942161"/>
                  </a:lnTo>
                  <a:lnTo>
                    <a:pt x="0" y="0"/>
                  </a:lnTo>
                  <a:close/>
                </a:path>
              </a:pathLst>
            </a:custGeom>
            <a:blipFill rotWithShape="1">
              <a:blip r:embed="rId7">
                <a:alphaModFix/>
              </a:blip>
              <a:stretch>
                <a:fillRect/>
              </a:stretch>
            </a:blipFill>
            <a:ln>
              <a:noFill/>
            </a:ln>
          </p:spPr>
        </p:sp>
        <p:sp>
          <p:nvSpPr>
            <p:cNvPr id="438" name="Google Shape;438;p30"/>
            <p:cNvSpPr/>
            <p:nvPr/>
          </p:nvSpPr>
          <p:spPr>
            <a:xfrm>
              <a:off x="0" y="7865583"/>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8">
                <a:alphaModFix/>
              </a:blip>
              <a:stretch>
                <a:fillRect/>
              </a:stretch>
            </a:blipFill>
            <a:ln>
              <a:noFill/>
            </a:ln>
          </p:spPr>
        </p:sp>
        <p:sp>
          <p:nvSpPr>
            <p:cNvPr id="439" name="Google Shape;439;p30"/>
            <p:cNvSpPr/>
            <p:nvPr/>
          </p:nvSpPr>
          <p:spPr>
            <a:xfrm>
              <a:off x="0" y="5981262"/>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9">
                <a:alphaModFix/>
              </a:blip>
              <a:stretch>
                <a:fillRect/>
              </a:stretch>
            </a:blipFill>
            <a:ln>
              <a:noFill/>
            </a:ln>
          </p:spPr>
        </p:sp>
        <p:sp>
          <p:nvSpPr>
            <p:cNvPr id="440" name="Google Shape;440;p30"/>
            <p:cNvSpPr/>
            <p:nvPr/>
          </p:nvSpPr>
          <p:spPr>
            <a:xfrm>
              <a:off x="0" y="0"/>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10">
                <a:alphaModFix/>
              </a:blip>
              <a:stretch>
                <a:fillRect/>
              </a:stretch>
            </a:blipFill>
            <a:ln>
              <a:noFill/>
            </a:ln>
          </p:spPr>
        </p:sp>
      </p:grpSp>
      <p:grpSp>
        <p:nvGrpSpPr>
          <p:cNvPr id="441" name="Google Shape;441;p30"/>
          <p:cNvGrpSpPr/>
          <p:nvPr/>
        </p:nvGrpSpPr>
        <p:grpSpPr>
          <a:xfrm>
            <a:off x="1335556" y="827252"/>
            <a:ext cx="471080" cy="5437625"/>
            <a:chOff x="0" y="0"/>
            <a:chExt cx="942160" cy="10875252"/>
          </a:xfrm>
        </p:grpSpPr>
        <p:sp>
          <p:nvSpPr>
            <p:cNvPr id="442" name="Google Shape;442;p30"/>
            <p:cNvSpPr/>
            <p:nvPr/>
          </p:nvSpPr>
          <p:spPr>
            <a:xfrm>
              <a:off x="0" y="1355864"/>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11">
                <a:alphaModFix/>
              </a:blip>
              <a:stretch>
                <a:fillRect/>
              </a:stretch>
            </a:blipFill>
            <a:ln>
              <a:noFill/>
            </a:ln>
          </p:spPr>
        </p:sp>
        <p:sp>
          <p:nvSpPr>
            <p:cNvPr id="443" name="Google Shape;443;p30"/>
            <p:cNvSpPr/>
            <p:nvPr/>
          </p:nvSpPr>
          <p:spPr>
            <a:xfrm>
              <a:off x="0" y="2954118"/>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12">
                <a:alphaModFix/>
              </a:blip>
              <a:stretch>
                <a:fillRect/>
              </a:stretch>
            </a:blipFill>
            <a:ln>
              <a:noFill/>
            </a:ln>
          </p:spPr>
        </p:sp>
        <p:sp>
          <p:nvSpPr>
            <p:cNvPr id="444" name="Google Shape;444;p30"/>
            <p:cNvSpPr/>
            <p:nvPr/>
          </p:nvSpPr>
          <p:spPr>
            <a:xfrm>
              <a:off x="0" y="5981262"/>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13">
                <a:alphaModFix/>
              </a:blip>
              <a:stretch>
                <a:fillRect/>
              </a:stretch>
            </a:blipFill>
            <a:ln>
              <a:noFill/>
            </a:ln>
          </p:spPr>
        </p:sp>
        <p:sp>
          <p:nvSpPr>
            <p:cNvPr id="445" name="Google Shape;445;p30"/>
            <p:cNvSpPr/>
            <p:nvPr/>
          </p:nvSpPr>
          <p:spPr>
            <a:xfrm>
              <a:off x="0" y="4567286"/>
              <a:ext cx="942160" cy="942160"/>
            </a:xfrm>
            <a:custGeom>
              <a:avLst/>
              <a:gdLst/>
              <a:ahLst/>
              <a:cxnLst/>
              <a:rect l="l" t="t" r="r" b="b"/>
              <a:pathLst>
                <a:path w="942160" h="942160" extrusionOk="0">
                  <a:moveTo>
                    <a:pt x="0" y="0"/>
                  </a:moveTo>
                  <a:lnTo>
                    <a:pt x="942160" y="0"/>
                  </a:lnTo>
                  <a:lnTo>
                    <a:pt x="942160" y="942161"/>
                  </a:lnTo>
                  <a:lnTo>
                    <a:pt x="0" y="942161"/>
                  </a:lnTo>
                  <a:lnTo>
                    <a:pt x="0" y="0"/>
                  </a:lnTo>
                  <a:close/>
                </a:path>
              </a:pathLst>
            </a:custGeom>
            <a:blipFill rotWithShape="1">
              <a:blip r:embed="rId13">
                <a:alphaModFix/>
              </a:blip>
              <a:stretch>
                <a:fillRect/>
              </a:stretch>
            </a:blipFill>
            <a:ln>
              <a:noFill/>
            </a:ln>
          </p:spPr>
        </p:sp>
        <p:sp>
          <p:nvSpPr>
            <p:cNvPr id="446" name="Google Shape;446;p30"/>
            <p:cNvSpPr/>
            <p:nvPr/>
          </p:nvSpPr>
          <p:spPr>
            <a:xfrm>
              <a:off x="0" y="7865583"/>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14">
                <a:alphaModFix/>
              </a:blip>
              <a:stretch>
                <a:fillRect/>
              </a:stretch>
            </a:blipFill>
            <a:ln>
              <a:noFill/>
            </a:ln>
          </p:spPr>
        </p:sp>
        <p:sp>
          <p:nvSpPr>
            <p:cNvPr id="447" name="Google Shape;447;p30"/>
            <p:cNvSpPr/>
            <p:nvPr/>
          </p:nvSpPr>
          <p:spPr>
            <a:xfrm>
              <a:off x="0" y="9933092"/>
              <a:ext cx="942160" cy="942160"/>
            </a:xfrm>
            <a:custGeom>
              <a:avLst/>
              <a:gdLst/>
              <a:ahLst/>
              <a:cxnLst/>
              <a:rect l="l" t="t" r="r" b="b"/>
              <a:pathLst>
                <a:path w="942160" h="942160" extrusionOk="0">
                  <a:moveTo>
                    <a:pt x="0" y="0"/>
                  </a:moveTo>
                  <a:lnTo>
                    <a:pt x="942160" y="0"/>
                  </a:lnTo>
                  <a:lnTo>
                    <a:pt x="942160" y="942161"/>
                  </a:lnTo>
                  <a:lnTo>
                    <a:pt x="0" y="942161"/>
                  </a:lnTo>
                  <a:lnTo>
                    <a:pt x="0" y="0"/>
                  </a:lnTo>
                  <a:close/>
                </a:path>
              </a:pathLst>
            </a:custGeom>
            <a:blipFill rotWithShape="1">
              <a:blip r:embed="rId15">
                <a:alphaModFix/>
              </a:blip>
              <a:stretch>
                <a:fillRect/>
              </a:stretch>
            </a:blipFill>
            <a:ln>
              <a:noFill/>
            </a:ln>
          </p:spPr>
        </p:sp>
        <p:sp>
          <p:nvSpPr>
            <p:cNvPr id="448" name="Google Shape;448;p30"/>
            <p:cNvSpPr/>
            <p:nvPr/>
          </p:nvSpPr>
          <p:spPr>
            <a:xfrm>
              <a:off x="0" y="0"/>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16">
                <a:alphaModFix/>
              </a:blip>
              <a:stretch>
                <a:fillRect/>
              </a:stretch>
            </a:blipFill>
            <a:ln>
              <a:noFill/>
            </a:ln>
          </p:spPr>
        </p:sp>
      </p:grpSp>
      <p:grpSp>
        <p:nvGrpSpPr>
          <p:cNvPr id="449" name="Google Shape;449;p30"/>
          <p:cNvGrpSpPr/>
          <p:nvPr/>
        </p:nvGrpSpPr>
        <p:grpSpPr>
          <a:xfrm>
            <a:off x="4165496" y="827252"/>
            <a:ext cx="471080" cy="5437625"/>
            <a:chOff x="0" y="0"/>
            <a:chExt cx="942160" cy="10875252"/>
          </a:xfrm>
        </p:grpSpPr>
        <p:sp>
          <p:nvSpPr>
            <p:cNvPr id="450" name="Google Shape;450;p30"/>
            <p:cNvSpPr/>
            <p:nvPr/>
          </p:nvSpPr>
          <p:spPr>
            <a:xfrm>
              <a:off x="0" y="4567286"/>
              <a:ext cx="942160" cy="942160"/>
            </a:xfrm>
            <a:custGeom>
              <a:avLst/>
              <a:gdLst/>
              <a:ahLst/>
              <a:cxnLst/>
              <a:rect l="l" t="t" r="r" b="b"/>
              <a:pathLst>
                <a:path w="942160" h="942160" extrusionOk="0">
                  <a:moveTo>
                    <a:pt x="0" y="0"/>
                  </a:moveTo>
                  <a:lnTo>
                    <a:pt x="942160" y="0"/>
                  </a:lnTo>
                  <a:lnTo>
                    <a:pt x="942160" y="942161"/>
                  </a:lnTo>
                  <a:lnTo>
                    <a:pt x="0" y="942161"/>
                  </a:lnTo>
                  <a:lnTo>
                    <a:pt x="0" y="0"/>
                  </a:lnTo>
                  <a:close/>
                </a:path>
              </a:pathLst>
            </a:custGeom>
            <a:blipFill rotWithShape="1">
              <a:blip r:embed="rId17">
                <a:alphaModFix/>
              </a:blip>
              <a:stretch>
                <a:fillRect/>
              </a:stretch>
            </a:blipFill>
            <a:ln>
              <a:noFill/>
            </a:ln>
          </p:spPr>
        </p:sp>
        <p:sp>
          <p:nvSpPr>
            <p:cNvPr id="451" name="Google Shape;451;p30"/>
            <p:cNvSpPr/>
            <p:nvPr/>
          </p:nvSpPr>
          <p:spPr>
            <a:xfrm>
              <a:off x="0" y="2954118"/>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18">
                <a:alphaModFix/>
              </a:blip>
              <a:stretch>
                <a:fillRect/>
              </a:stretch>
            </a:blipFill>
            <a:ln>
              <a:noFill/>
            </a:ln>
          </p:spPr>
        </p:sp>
        <p:sp>
          <p:nvSpPr>
            <p:cNvPr id="452" name="Google Shape;452;p30"/>
            <p:cNvSpPr/>
            <p:nvPr/>
          </p:nvSpPr>
          <p:spPr>
            <a:xfrm>
              <a:off x="0" y="7865583"/>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19">
                <a:alphaModFix/>
              </a:blip>
              <a:stretch>
                <a:fillRect/>
              </a:stretch>
            </a:blipFill>
            <a:ln>
              <a:noFill/>
            </a:ln>
          </p:spPr>
        </p:sp>
        <p:sp>
          <p:nvSpPr>
            <p:cNvPr id="453" name="Google Shape;453;p30"/>
            <p:cNvSpPr/>
            <p:nvPr/>
          </p:nvSpPr>
          <p:spPr>
            <a:xfrm>
              <a:off x="0" y="1355864"/>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20">
                <a:alphaModFix/>
              </a:blip>
              <a:stretch>
                <a:fillRect/>
              </a:stretch>
            </a:blipFill>
            <a:ln>
              <a:noFill/>
            </a:ln>
          </p:spPr>
        </p:sp>
        <p:sp>
          <p:nvSpPr>
            <p:cNvPr id="454" name="Google Shape;454;p30"/>
            <p:cNvSpPr/>
            <p:nvPr/>
          </p:nvSpPr>
          <p:spPr>
            <a:xfrm>
              <a:off x="0" y="9933092"/>
              <a:ext cx="942160" cy="942160"/>
            </a:xfrm>
            <a:custGeom>
              <a:avLst/>
              <a:gdLst/>
              <a:ahLst/>
              <a:cxnLst/>
              <a:rect l="l" t="t" r="r" b="b"/>
              <a:pathLst>
                <a:path w="942160" h="942160" extrusionOk="0">
                  <a:moveTo>
                    <a:pt x="0" y="0"/>
                  </a:moveTo>
                  <a:lnTo>
                    <a:pt x="942160" y="0"/>
                  </a:lnTo>
                  <a:lnTo>
                    <a:pt x="942160" y="942161"/>
                  </a:lnTo>
                  <a:lnTo>
                    <a:pt x="0" y="942161"/>
                  </a:lnTo>
                  <a:lnTo>
                    <a:pt x="0" y="0"/>
                  </a:lnTo>
                  <a:close/>
                </a:path>
              </a:pathLst>
            </a:custGeom>
            <a:blipFill rotWithShape="1">
              <a:blip r:embed="rId21">
                <a:alphaModFix/>
              </a:blip>
              <a:stretch>
                <a:fillRect/>
              </a:stretch>
            </a:blipFill>
            <a:ln>
              <a:noFill/>
            </a:ln>
          </p:spPr>
        </p:sp>
        <p:sp>
          <p:nvSpPr>
            <p:cNvPr id="455" name="Google Shape;455;p30"/>
            <p:cNvSpPr/>
            <p:nvPr/>
          </p:nvSpPr>
          <p:spPr>
            <a:xfrm>
              <a:off x="0" y="5981262"/>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22">
                <a:alphaModFix/>
              </a:blip>
              <a:stretch>
                <a:fillRect/>
              </a:stretch>
            </a:blipFill>
            <a:ln>
              <a:noFill/>
            </a:ln>
          </p:spPr>
        </p:sp>
        <p:sp>
          <p:nvSpPr>
            <p:cNvPr id="456" name="Google Shape;456;p30"/>
            <p:cNvSpPr/>
            <p:nvPr/>
          </p:nvSpPr>
          <p:spPr>
            <a:xfrm>
              <a:off x="0" y="0"/>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23">
                <a:alphaModFix/>
              </a:blip>
              <a:stretch>
                <a:fillRect/>
              </a:stretch>
            </a:blipFill>
            <a:ln>
              <a:noFill/>
            </a:ln>
          </p:spPr>
        </p:sp>
      </p:grpSp>
      <p:grpSp>
        <p:nvGrpSpPr>
          <p:cNvPr id="457" name="Google Shape;457;p30"/>
          <p:cNvGrpSpPr/>
          <p:nvPr/>
        </p:nvGrpSpPr>
        <p:grpSpPr>
          <a:xfrm>
            <a:off x="6001894" y="827252"/>
            <a:ext cx="471080" cy="5437625"/>
            <a:chOff x="0" y="0"/>
            <a:chExt cx="942160" cy="10875252"/>
          </a:xfrm>
        </p:grpSpPr>
        <p:sp>
          <p:nvSpPr>
            <p:cNvPr id="458" name="Google Shape;458;p30"/>
            <p:cNvSpPr/>
            <p:nvPr/>
          </p:nvSpPr>
          <p:spPr>
            <a:xfrm>
              <a:off x="0" y="7865583"/>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24">
                <a:alphaModFix/>
              </a:blip>
              <a:stretch>
                <a:fillRect/>
              </a:stretch>
            </a:blipFill>
            <a:ln>
              <a:noFill/>
            </a:ln>
          </p:spPr>
        </p:sp>
        <p:sp>
          <p:nvSpPr>
            <p:cNvPr id="459" name="Google Shape;459;p30"/>
            <p:cNvSpPr/>
            <p:nvPr/>
          </p:nvSpPr>
          <p:spPr>
            <a:xfrm>
              <a:off x="0" y="5981262"/>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25">
                <a:alphaModFix/>
              </a:blip>
              <a:stretch>
                <a:fillRect/>
              </a:stretch>
            </a:blipFill>
            <a:ln>
              <a:noFill/>
            </a:ln>
          </p:spPr>
        </p:sp>
        <p:sp>
          <p:nvSpPr>
            <p:cNvPr id="460" name="Google Shape;460;p30"/>
            <p:cNvSpPr/>
            <p:nvPr/>
          </p:nvSpPr>
          <p:spPr>
            <a:xfrm>
              <a:off x="0" y="9933092"/>
              <a:ext cx="942160" cy="942160"/>
            </a:xfrm>
            <a:custGeom>
              <a:avLst/>
              <a:gdLst/>
              <a:ahLst/>
              <a:cxnLst/>
              <a:rect l="l" t="t" r="r" b="b"/>
              <a:pathLst>
                <a:path w="942160" h="942160" extrusionOk="0">
                  <a:moveTo>
                    <a:pt x="0" y="0"/>
                  </a:moveTo>
                  <a:lnTo>
                    <a:pt x="942160" y="0"/>
                  </a:lnTo>
                  <a:lnTo>
                    <a:pt x="942160" y="942161"/>
                  </a:lnTo>
                  <a:lnTo>
                    <a:pt x="0" y="942161"/>
                  </a:lnTo>
                  <a:lnTo>
                    <a:pt x="0" y="0"/>
                  </a:lnTo>
                  <a:close/>
                </a:path>
              </a:pathLst>
            </a:custGeom>
            <a:blipFill rotWithShape="1">
              <a:blip r:embed="rId26">
                <a:alphaModFix/>
              </a:blip>
              <a:stretch>
                <a:fillRect/>
              </a:stretch>
            </a:blipFill>
            <a:ln>
              <a:noFill/>
            </a:ln>
          </p:spPr>
        </p:sp>
        <p:sp>
          <p:nvSpPr>
            <p:cNvPr id="461" name="Google Shape;461;p30"/>
            <p:cNvSpPr/>
            <p:nvPr/>
          </p:nvSpPr>
          <p:spPr>
            <a:xfrm>
              <a:off x="0" y="2954118"/>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27">
                <a:alphaModFix/>
              </a:blip>
              <a:stretch>
                <a:fillRect/>
              </a:stretch>
            </a:blipFill>
            <a:ln>
              <a:noFill/>
            </a:ln>
          </p:spPr>
        </p:sp>
        <p:sp>
          <p:nvSpPr>
            <p:cNvPr id="462" name="Google Shape;462;p30"/>
            <p:cNvSpPr/>
            <p:nvPr/>
          </p:nvSpPr>
          <p:spPr>
            <a:xfrm>
              <a:off x="0" y="1355864"/>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28">
                <a:alphaModFix/>
              </a:blip>
              <a:stretch>
                <a:fillRect/>
              </a:stretch>
            </a:blipFill>
            <a:ln>
              <a:noFill/>
            </a:ln>
          </p:spPr>
        </p:sp>
        <p:sp>
          <p:nvSpPr>
            <p:cNvPr id="463" name="Google Shape;463;p30"/>
            <p:cNvSpPr/>
            <p:nvPr/>
          </p:nvSpPr>
          <p:spPr>
            <a:xfrm>
              <a:off x="0" y="4567286"/>
              <a:ext cx="942160" cy="942160"/>
            </a:xfrm>
            <a:custGeom>
              <a:avLst/>
              <a:gdLst/>
              <a:ahLst/>
              <a:cxnLst/>
              <a:rect l="l" t="t" r="r" b="b"/>
              <a:pathLst>
                <a:path w="942160" h="942160" extrusionOk="0">
                  <a:moveTo>
                    <a:pt x="0" y="0"/>
                  </a:moveTo>
                  <a:lnTo>
                    <a:pt x="942160" y="0"/>
                  </a:lnTo>
                  <a:lnTo>
                    <a:pt x="942160" y="942161"/>
                  </a:lnTo>
                  <a:lnTo>
                    <a:pt x="0" y="942161"/>
                  </a:lnTo>
                  <a:lnTo>
                    <a:pt x="0" y="0"/>
                  </a:lnTo>
                  <a:close/>
                </a:path>
              </a:pathLst>
            </a:custGeom>
            <a:blipFill rotWithShape="1">
              <a:blip r:embed="rId29">
                <a:alphaModFix/>
              </a:blip>
              <a:stretch>
                <a:fillRect/>
              </a:stretch>
            </a:blipFill>
            <a:ln>
              <a:noFill/>
            </a:ln>
          </p:spPr>
        </p:sp>
        <p:sp>
          <p:nvSpPr>
            <p:cNvPr id="464" name="Google Shape;464;p30"/>
            <p:cNvSpPr/>
            <p:nvPr/>
          </p:nvSpPr>
          <p:spPr>
            <a:xfrm>
              <a:off x="0" y="0"/>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30">
                <a:alphaModFix/>
              </a:blip>
              <a:stretch>
                <a:fillRect/>
              </a:stretch>
            </a:blipFill>
            <a:ln>
              <a:noFill/>
            </a:ln>
          </p:spPr>
        </p:sp>
      </p:grpSp>
      <p:grpSp>
        <p:nvGrpSpPr>
          <p:cNvPr id="465" name="Google Shape;465;p30"/>
          <p:cNvGrpSpPr/>
          <p:nvPr/>
        </p:nvGrpSpPr>
        <p:grpSpPr>
          <a:xfrm>
            <a:off x="5090364" y="827252"/>
            <a:ext cx="471080" cy="5437625"/>
            <a:chOff x="0" y="0"/>
            <a:chExt cx="942160" cy="10875252"/>
          </a:xfrm>
        </p:grpSpPr>
        <p:sp>
          <p:nvSpPr>
            <p:cNvPr id="466" name="Google Shape;466;p30"/>
            <p:cNvSpPr/>
            <p:nvPr/>
          </p:nvSpPr>
          <p:spPr>
            <a:xfrm>
              <a:off x="0" y="4567286"/>
              <a:ext cx="942160" cy="942160"/>
            </a:xfrm>
            <a:custGeom>
              <a:avLst/>
              <a:gdLst/>
              <a:ahLst/>
              <a:cxnLst/>
              <a:rect l="l" t="t" r="r" b="b"/>
              <a:pathLst>
                <a:path w="942160" h="942160" extrusionOk="0">
                  <a:moveTo>
                    <a:pt x="0" y="0"/>
                  </a:moveTo>
                  <a:lnTo>
                    <a:pt x="942160" y="0"/>
                  </a:lnTo>
                  <a:lnTo>
                    <a:pt x="942160" y="942161"/>
                  </a:lnTo>
                  <a:lnTo>
                    <a:pt x="0" y="942161"/>
                  </a:lnTo>
                  <a:lnTo>
                    <a:pt x="0" y="0"/>
                  </a:lnTo>
                  <a:close/>
                </a:path>
              </a:pathLst>
            </a:custGeom>
            <a:blipFill rotWithShape="1">
              <a:blip r:embed="rId31">
                <a:alphaModFix/>
              </a:blip>
              <a:stretch>
                <a:fillRect/>
              </a:stretch>
            </a:blipFill>
            <a:ln>
              <a:noFill/>
            </a:ln>
          </p:spPr>
        </p:sp>
        <p:sp>
          <p:nvSpPr>
            <p:cNvPr id="467" name="Google Shape;467;p30"/>
            <p:cNvSpPr/>
            <p:nvPr/>
          </p:nvSpPr>
          <p:spPr>
            <a:xfrm>
              <a:off x="0" y="5981262"/>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32">
                <a:alphaModFix/>
              </a:blip>
              <a:stretch>
                <a:fillRect/>
              </a:stretch>
            </a:blipFill>
            <a:ln>
              <a:noFill/>
            </a:ln>
          </p:spPr>
        </p:sp>
        <p:sp>
          <p:nvSpPr>
            <p:cNvPr id="468" name="Google Shape;468;p30"/>
            <p:cNvSpPr/>
            <p:nvPr/>
          </p:nvSpPr>
          <p:spPr>
            <a:xfrm>
              <a:off x="0" y="9933092"/>
              <a:ext cx="942160" cy="942160"/>
            </a:xfrm>
            <a:custGeom>
              <a:avLst/>
              <a:gdLst/>
              <a:ahLst/>
              <a:cxnLst/>
              <a:rect l="l" t="t" r="r" b="b"/>
              <a:pathLst>
                <a:path w="942160" h="942160" extrusionOk="0">
                  <a:moveTo>
                    <a:pt x="0" y="0"/>
                  </a:moveTo>
                  <a:lnTo>
                    <a:pt x="942160" y="0"/>
                  </a:lnTo>
                  <a:lnTo>
                    <a:pt x="942160" y="942161"/>
                  </a:lnTo>
                  <a:lnTo>
                    <a:pt x="0" y="942161"/>
                  </a:lnTo>
                  <a:lnTo>
                    <a:pt x="0" y="0"/>
                  </a:lnTo>
                  <a:close/>
                </a:path>
              </a:pathLst>
            </a:custGeom>
            <a:blipFill rotWithShape="1">
              <a:blip r:embed="rId33">
                <a:alphaModFix/>
              </a:blip>
              <a:stretch>
                <a:fillRect/>
              </a:stretch>
            </a:blipFill>
            <a:ln>
              <a:noFill/>
            </a:ln>
          </p:spPr>
        </p:sp>
        <p:sp>
          <p:nvSpPr>
            <p:cNvPr id="469" name="Google Shape;469;p30"/>
            <p:cNvSpPr/>
            <p:nvPr/>
          </p:nvSpPr>
          <p:spPr>
            <a:xfrm>
              <a:off x="0" y="7865583"/>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34">
                <a:alphaModFix/>
              </a:blip>
              <a:stretch>
                <a:fillRect/>
              </a:stretch>
            </a:blipFill>
            <a:ln>
              <a:noFill/>
            </a:ln>
          </p:spPr>
        </p:sp>
        <p:sp>
          <p:nvSpPr>
            <p:cNvPr id="470" name="Google Shape;470;p30"/>
            <p:cNvSpPr/>
            <p:nvPr/>
          </p:nvSpPr>
          <p:spPr>
            <a:xfrm>
              <a:off x="0" y="1355864"/>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35">
                <a:alphaModFix/>
              </a:blip>
              <a:stretch>
                <a:fillRect/>
              </a:stretch>
            </a:blipFill>
            <a:ln>
              <a:noFill/>
            </a:ln>
          </p:spPr>
        </p:sp>
        <p:sp>
          <p:nvSpPr>
            <p:cNvPr id="471" name="Google Shape;471;p30"/>
            <p:cNvSpPr/>
            <p:nvPr/>
          </p:nvSpPr>
          <p:spPr>
            <a:xfrm>
              <a:off x="0" y="2954118"/>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36">
                <a:alphaModFix/>
              </a:blip>
              <a:stretch>
                <a:fillRect/>
              </a:stretch>
            </a:blipFill>
            <a:ln>
              <a:noFill/>
            </a:ln>
          </p:spPr>
        </p:sp>
        <p:sp>
          <p:nvSpPr>
            <p:cNvPr id="472" name="Google Shape;472;p30"/>
            <p:cNvSpPr/>
            <p:nvPr/>
          </p:nvSpPr>
          <p:spPr>
            <a:xfrm>
              <a:off x="0" y="0"/>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37">
                <a:alphaModFix/>
              </a:blip>
              <a:stretch>
                <a:fillRect/>
              </a:stretch>
            </a:blipFill>
            <a:ln>
              <a:noFill/>
            </a:ln>
          </p:spPr>
        </p:sp>
      </p:grpSp>
      <p:grpSp>
        <p:nvGrpSpPr>
          <p:cNvPr id="473" name="Google Shape;473;p30"/>
          <p:cNvGrpSpPr/>
          <p:nvPr/>
        </p:nvGrpSpPr>
        <p:grpSpPr>
          <a:xfrm>
            <a:off x="2283692" y="827252"/>
            <a:ext cx="471080" cy="5437625"/>
            <a:chOff x="0" y="0"/>
            <a:chExt cx="942160" cy="10875252"/>
          </a:xfrm>
        </p:grpSpPr>
        <p:sp>
          <p:nvSpPr>
            <p:cNvPr id="474" name="Google Shape;474;p30"/>
            <p:cNvSpPr/>
            <p:nvPr/>
          </p:nvSpPr>
          <p:spPr>
            <a:xfrm>
              <a:off x="0" y="5981262"/>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38">
                <a:alphaModFix/>
              </a:blip>
              <a:stretch>
                <a:fillRect/>
              </a:stretch>
            </a:blipFill>
            <a:ln>
              <a:noFill/>
            </a:ln>
          </p:spPr>
        </p:sp>
        <p:sp>
          <p:nvSpPr>
            <p:cNvPr id="475" name="Google Shape;475;p30"/>
            <p:cNvSpPr/>
            <p:nvPr/>
          </p:nvSpPr>
          <p:spPr>
            <a:xfrm>
              <a:off x="0" y="2954118"/>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39">
                <a:alphaModFix/>
              </a:blip>
              <a:stretch>
                <a:fillRect/>
              </a:stretch>
            </a:blipFill>
            <a:ln>
              <a:noFill/>
            </a:ln>
          </p:spPr>
        </p:sp>
        <p:sp>
          <p:nvSpPr>
            <p:cNvPr id="476" name="Google Shape;476;p30"/>
            <p:cNvSpPr/>
            <p:nvPr/>
          </p:nvSpPr>
          <p:spPr>
            <a:xfrm>
              <a:off x="0" y="7865583"/>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40">
                <a:alphaModFix/>
              </a:blip>
              <a:stretch>
                <a:fillRect/>
              </a:stretch>
            </a:blipFill>
            <a:ln>
              <a:noFill/>
            </a:ln>
          </p:spPr>
        </p:sp>
        <p:sp>
          <p:nvSpPr>
            <p:cNvPr id="477" name="Google Shape;477;p30"/>
            <p:cNvSpPr/>
            <p:nvPr/>
          </p:nvSpPr>
          <p:spPr>
            <a:xfrm>
              <a:off x="0" y="4567286"/>
              <a:ext cx="942160" cy="942160"/>
            </a:xfrm>
            <a:custGeom>
              <a:avLst/>
              <a:gdLst/>
              <a:ahLst/>
              <a:cxnLst/>
              <a:rect l="l" t="t" r="r" b="b"/>
              <a:pathLst>
                <a:path w="942160" h="942160" extrusionOk="0">
                  <a:moveTo>
                    <a:pt x="0" y="0"/>
                  </a:moveTo>
                  <a:lnTo>
                    <a:pt x="942160" y="0"/>
                  </a:lnTo>
                  <a:lnTo>
                    <a:pt x="942160" y="942161"/>
                  </a:lnTo>
                  <a:lnTo>
                    <a:pt x="0" y="942161"/>
                  </a:lnTo>
                  <a:lnTo>
                    <a:pt x="0" y="0"/>
                  </a:lnTo>
                  <a:close/>
                </a:path>
              </a:pathLst>
            </a:custGeom>
            <a:blipFill rotWithShape="1">
              <a:blip r:embed="rId41">
                <a:alphaModFix/>
              </a:blip>
              <a:stretch>
                <a:fillRect/>
              </a:stretch>
            </a:blipFill>
            <a:ln>
              <a:noFill/>
            </a:ln>
          </p:spPr>
        </p:sp>
        <p:sp>
          <p:nvSpPr>
            <p:cNvPr id="478" name="Google Shape;478;p30"/>
            <p:cNvSpPr/>
            <p:nvPr/>
          </p:nvSpPr>
          <p:spPr>
            <a:xfrm>
              <a:off x="0" y="9933092"/>
              <a:ext cx="942160" cy="942160"/>
            </a:xfrm>
            <a:custGeom>
              <a:avLst/>
              <a:gdLst/>
              <a:ahLst/>
              <a:cxnLst/>
              <a:rect l="l" t="t" r="r" b="b"/>
              <a:pathLst>
                <a:path w="942160" h="942160" extrusionOk="0">
                  <a:moveTo>
                    <a:pt x="0" y="0"/>
                  </a:moveTo>
                  <a:lnTo>
                    <a:pt x="942160" y="0"/>
                  </a:lnTo>
                  <a:lnTo>
                    <a:pt x="942160" y="942161"/>
                  </a:lnTo>
                  <a:lnTo>
                    <a:pt x="0" y="942161"/>
                  </a:lnTo>
                  <a:lnTo>
                    <a:pt x="0" y="0"/>
                  </a:lnTo>
                  <a:close/>
                </a:path>
              </a:pathLst>
            </a:custGeom>
            <a:blipFill rotWithShape="1">
              <a:blip r:embed="rId42">
                <a:alphaModFix/>
              </a:blip>
              <a:stretch>
                <a:fillRect/>
              </a:stretch>
            </a:blipFill>
            <a:ln>
              <a:noFill/>
            </a:ln>
          </p:spPr>
        </p:sp>
        <p:sp>
          <p:nvSpPr>
            <p:cNvPr id="479" name="Google Shape;479;p30"/>
            <p:cNvSpPr/>
            <p:nvPr/>
          </p:nvSpPr>
          <p:spPr>
            <a:xfrm>
              <a:off x="0" y="1355864"/>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43">
                <a:alphaModFix/>
              </a:blip>
              <a:stretch>
                <a:fillRect/>
              </a:stretch>
            </a:blipFill>
            <a:ln>
              <a:noFill/>
            </a:ln>
          </p:spPr>
        </p:sp>
        <p:sp>
          <p:nvSpPr>
            <p:cNvPr id="480" name="Google Shape;480;p30"/>
            <p:cNvSpPr/>
            <p:nvPr/>
          </p:nvSpPr>
          <p:spPr>
            <a:xfrm>
              <a:off x="0" y="0"/>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44">
                <a:alphaModFix/>
              </a:blip>
              <a:stretch>
                <a:fillRect/>
              </a:stretch>
            </a:blipFill>
            <a:ln>
              <a:noFill/>
            </a:ln>
          </p:spPr>
        </p:sp>
      </p:grpSp>
      <p:grpSp>
        <p:nvGrpSpPr>
          <p:cNvPr id="481" name="Google Shape;481;p30"/>
          <p:cNvGrpSpPr/>
          <p:nvPr/>
        </p:nvGrpSpPr>
        <p:grpSpPr>
          <a:xfrm>
            <a:off x="3212212" y="827252"/>
            <a:ext cx="526173" cy="5437625"/>
            <a:chOff x="0" y="0"/>
            <a:chExt cx="1052347" cy="10875252"/>
          </a:xfrm>
        </p:grpSpPr>
        <p:sp>
          <p:nvSpPr>
            <p:cNvPr id="482" name="Google Shape;482;p30"/>
            <p:cNvSpPr/>
            <p:nvPr/>
          </p:nvSpPr>
          <p:spPr>
            <a:xfrm>
              <a:off x="0" y="7865583"/>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45">
                <a:alphaModFix/>
              </a:blip>
              <a:stretch>
                <a:fillRect/>
              </a:stretch>
            </a:blipFill>
            <a:ln>
              <a:noFill/>
            </a:ln>
          </p:spPr>
        </p:sp>
        <p:sp>
          <p:nvSpPr>
            <p:cNvPr id="483" name="Google Shape;483;p30"/>
            <p:cNvSpPr/>
            <p:nvPr/>
          </p:nvSpPr>
          <p:spPr>
            <a:xfrm>
              <a:off x="0" y="9933092"/>
              <a:ext cx="942160" cy="942160"/>
            </a:xfrm>
            <a:custGeom>
              <a:avLst/>
              <a:gdLst/>
              <a:ahLst/>
              <a:cxnLst/>
              <a:rect l="l" t="t" r="r" b="b"/>
              <a:pathLst>
                <a:path w="942160" h="942160" extrusionOk="0">
                  <a:moveTo>
                    <a:pt x="0" y="0"/>
                  </a:moveTo>
                  <a:lnTo>
                    <a:pt x="942160" y="0"/>
                  </a:lnTo>
                  <a:lnTo>
                    <a:pt x="942160" y="942161"/>
                  </a:lnTo>
                  <a:lnTo>
                    <a:pt x="0" y="942161"/>
                  </a:lnTo>
                  <a:lnTo>
                    <a:pt x="0" y="0"/>
                  </a:lnTo>
                  <a:close/>
                </a:path>
              </a:pathLst>
            </a:custGeom>
            <a:blipFill rotWithShape="1">
              <a:blip r:embed="rId46">
                <a:alphaModFix/>
              </a:blip>
              <a:stretch>
                <a:fillRect/>
              </a:stretch>
            </a:blipFill>
            <a:ln>
              <a:noFill/>
            </a:ln>
          </p:spPr>
        </p:sp>
        <p:sp>
          <p:nvSpPr>
            <p:cNvPr id="484" name="Google Shape;484;p30"/>
            <p:cNvSpPr/>
            <p:nvPr/>
          </p:nvSpPr>
          <p:spPr>
            <a:xfrm>
              <a:off x="0" y="1355864"/>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47">
                <a:alphaModFix/>
              </a:blip>
              <a:stretch>
                <a:fillRect/>
              </a:stretch>
            </a:blipFill>
            <a:ln>
              <a:noFill/>
            </a:ln>
          </p:spPr>
        </p:sp>
        <p:sp>
          <p:nvSpPr>
            <p:cNvPr id="485" name="Google Shape;485;p30"/>
            <p:cNvSpPr/>
            <p:nvPr/>
          </p:nvSpPr>
          <p:spPr>
            <a:xfrm>
              <a:off x="0" y="4567286"/>
              <a:ext cx="942160" cy="942160"/>
            </a:xfrm>
            <a:custGeom>
              <a:avLst/>
              <a:gdLst/>
              <a:ahLst/>
              <a:cxnLst/>
              <a:rect l="l" t="t" r="r" b="b"/>
              <a:pathLst>
                <a:path w="942160" h="942160" extrusionOk="0">
                  <a:moveTo>
                    <a:pt x="0" y="0"/>
                  </a:moveTo>
                  <a:lnTo>
                    <a:pt x="942160" y="0"/>
                  </a:lnTo>
                  <a:lnTo>
                    <a:pt x="942160" y="942161"/>
                  </a:lnTo>
                  <a:lnTo>
                    <a:pt x="0" y="942161"/>
                  </a:lnTo>
                  <a:lnTo>
                    <a:pt x="0" y="0"/>
                  </a:lnTo>
                  <a:close/>
                </a:path>
              </a:pathLst>
            </a:custGeom>
            <a:blipFill rotWithShape="1">
              <a:blip r:embed="rId48">
                <a:alphaModFix/>
              </a:blip>
              <a:stretch>
                <a:fillRect/>
              </a:stretch>
            </a:blipFill>
            <a:ln>
              <a:noFill/>
            </a:ln>
          </p:spPr>
        </p:sp>
        <p:sp>
          <p:nvSpPr>
            <p:cNvPr id="486" name="Google Shape;486;p30"/>
            <p:cNvSpPr/>
            <p:nvPr/>
          </p:nvSpPr>
          <p:spPr>
            <a:xfrm>
              <a:off x="0" y="2954118"/>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49">
                <a:alphaModFix/>
              </a:blip>
              <a:stretch>
                <a:fillRect/>
              </a:stretch>
            </a:blipFill>
            <a:ln>
              <a:noFill/>
            </a:ln>
          </p:spPr>
        </p:sp>
        <p:sp>
          <p:nvSpPr>
            <p:cNvPr id="487" name="Google Shape;487;p30"/>
            <p:cNvSpPr/>
            <p:nvPr/>
          </p:nvSpPr>
          <p:spPr>
            <a:xfrm>
              <a:off x="0" y="5981262"/>
              <a:ext cx="942160" cy="942160"/>
            </a:xfrm>
            <a:custGeom>
              <a:avLst/>
              <a:gdLst/>
              <a:ahLst/>
              <a:cxnLst/>
              <a:rect l="l" t="t" r="r" b="b"/>
              <a:pathLst>
                <a:path w="942160" h="942160" extrusionOk="0">
                  <a:moveTo>
                    <a:pt x="0" y="0"/>
                  </a:moveTo>
                  <a:lnTo>
                    <a:pt x="942160" y="0"/>
                  </a:lnTo>
                  <a:lnTo>
                    <a:pt x="942160" y="942160"/>
                  </a:lnTo>
                  <a:lnTo>
                    <a:pt x="0" y="942160"/>
                  </a:lnTo>
                  <a:lnTo>
                    <a:pt x="0" y="0"/>
                  </a:lnTo>
                  <a:close/>
                </a:path>
              </a:pathLst>
            </a:custGeom>
            <a:blipFill rotWithShape="1">
              <a:blip r:embed="rId50">
                <a:alphaModFix/>
              </a:blip>
              <a:stretch>
                <a:fillRect/>
              </a:stretch>
            </a:blipFill>
            <a:ln>
              <a:noFill/>
            </a:ln>
          </p:spPr>
        </p:sp>
        <p:sp>
          <p:nvSpPr>
            <p:cNvPr id="488" name="Google Shape;488;p30"/>
            <p:cNvSpPr/>
            <p:nvPr/>
          </p:nvSpPr>
          <p:spPr>
            <a:xfrm>
              <a:off x="0" y="0"/>
              <a:ext cx="1052347" cy="1052347"/>
            </a:xfrm>
            <a:custGeom>
              <a:avLst/>
              <a:gdLst/>
              <a:ahLst/>
              <a:cxnLst/>
              <a:rect l="l" t="t" r="r" b="b"/>
              <a:pathLst>
                <a:path w="1052347" h="1052347" extrusionOk="0">
                  <a:moveTo>
                    <a:pt x="0" y="0"/>
                  </a:moveTo>
                  <a:lnTo>
                    <a:pt x="1052347" y="0"/>
                  </a:lnTo>
                  <a:lnTo>
                    <a:pt x="1052347" y="1052347"/>
                  </a:lnTo>
                  <a:lnTo>
                    <a:pt x="0" y="1052347"/>
                  </a:lnTo>
                  <a:lnTo>
                    <a:pt x="0" y="0"/>
                  </a:lnTo>
                  <a:close/>
                </a:path>
              </a:pathLst>
            </a:custGeom>
            <a:blipFill rotWithShape="1">
              <a:blip r:embed="rId51">
                <a:alphaModFix/>
              </a:blip>
              <a:stretch>
                <a:fillRect/>
              </a:stretch>
            </a:blipFill>
            <a:ln>
              <a:noFill/>
            </a:ln>
          </p:spPr>
        </p:sp>
      </p:grpSp>
      <p:sp>
        <p:nvSpPr>
          <p:cNvPr id="489" name="Google Shape;489;p30"/>
          <p:cNvSpPr txBox="1"/>
          <p:nvPr/>
        </p:nvSpPr>
        <p:spPr>
          <a:xfrm>
            <a:off x="8815103" y="396014"/>
            <a:ext cx="3372754" cy="769441"/>
          </a:xfrm>
          <a:prstGeom prst="rect">
            <a:avLst/>
          </a:prstGeom>
          <a:noFill/>
          <a:ln>
            <a:noFill/>
          </a:ln>
        </p:spPr>
        <p:txBody>
          <a:bodyPr spcFirstLastPara="1" wrap="square" lIns="0" tIns="0" rIns="0" bIns="0" anchor="t" anchorCtr="0">
            <a:spAutoFit/>
          </a:bodyPr>
          <a:lstStyle/>
          <a:p>
            <a:r>
              <a:rPr lang="fa-IR" sz="5000" dirty="0">
                <a:solidFill>
                  <a:schemeClr val="tx2"/>
                </a:solidFill>
                <a:latin typeface="Archivo Black"/>
                <a:ea typeface="Archivo Black"/>
                <a:cs typeface="B Titr" panose="00000700000000000000" pitchFamily="2" charset="-78"/>
                <a:sym typeface="Archivo Black"/>
              </a:rPr>
              <a:t>منبع:</a:t>
            </a:r>
            <a:endParaRPr sz="1200" dirty="0">
              <a:solidFill>
                <a:schemeClr val="tx2"/>
              </a:solidFill>
              <a:cs typeface="B Titr" panose="00000700000000000000" pitchFamily="2" charset="-78"/>
            </a:endParaRPr>
          </a:p>
        </p:txBody>
      </p:sp>
      <p:sp>
        <p:nvSpPr>
          <p:cNvPr id="2" name="TextBox 1">
            <a:extLst>
              <a:ext uri="{FF2B5EF4-FFF2-40B4-BE49-F238E27FC236}">
                <a16:creationId xmlns:a16="http://schemas.microsoft.com/office/drawing/2014/main" id="{59BD53AA-9081-41F0-88E8-6F757C1D078E}"/>
              </a:ext>
            </a:extLst>
          </p:cNvPr>
          <p:cNvSpPr txBox="1"/>
          <p:nvPr/>
        </p:nvSpPr>
        <p:spPr>
          <a:xfrm>
            <a:off x="7910849" y="1620343"/>
            <a:ext cx="3139001" cy="369332"/>
          </a:xfrm>
          <a:prstGeom prst="rect">
            <a:avLst/>
          </a:prstGeom>
          <a:noFill/>
        </p:spPr>
        <p:txBody>
          <a:bodyPr wrap="none" rtlCol="0">
            <a:spAutoFit/>
          </a:bodyPr>
          <a:lstStyle/>
          <a:p>
            <a:r>
              <a:rPr lang="fa-IR" dirty="0">
                <a:solidFill>
                  <a:schemeClr val="bg1"/>
                </a:solidFill>
                <a:cs typeface="B Titr" panose="00000700000000000000" pitchFamily="2" charset="-78"/>
              </a:rPr>
              <a:t>کتاب هوش مصنوعی و تحول دیجیتال</a:t>
            </a:r>
            <a:endParaRPr lang="en-US" dirty="0">
              <a:solidFill>
                <a:schemeClr val="bg1"/>
              </a:solidFill>
              <a:cs typeface="B Titr" panose="00000700000000000000" pitchFamily="2" charset="-78"/>
            </a:endParaRPr>
          </a:p>
        </p:txBody>
      </p:sp>
      <p:sp>
        <p:nvSpPr>
          <p:cNvPr id="3" name="TextBox 2">
            <a:extLst>
              <a:ext uri="{FF2B5EF4-FFF2-40B4-BE49-F238E27FC236}">
                <a16:creationId xmlns:a16="http://schemas.microsoft.com/office/drawing/2014/main" id="{FCA14EB3-68D2-4BF5-AE60-D89BFC98911F}"/>
              </a:ext>
            </a:extLst>
          </p:cNvPr>
          <p:cNvSpPr txBox="1"/>
          <p:nvPr/>
        </p:nvSpPr>
        <p:spPr>
          <a:xfrm>
            <a:off x="8164924" y="2075231"/>
            <a:ext cx="2630849" cy="369332"/>
          </a:xfrm>
          <a:prstGeom prst="rect">
            <a:avLst/>
          </a:prstGeom>
          <a:noFill/>
        </p:spPr>
        <p:txBody>
          <a:bodyPr wrap="none" rtlCol="0">
            <a:spAutoFit/>
          </a:bodyPr>
          <a:lstStyle/>
          <a:p>
            <a:pPr algn="r" rtl="1"/>
            <a:r>
              <a:rPr lang="fa-IR" dirty="0">
                <a:solidFill>
                  <a:schemeClr val="bg1"/>
                </a:solidFill>
                <a:cs typeface="B Titr" panose="00000700000000000000" pitchFamily="2" charset="-78"/>
              </a:rPr>
              <a:t>نویسنده: </a:t>
            </a:r>
            <a:r>
              <a:rPr lang="en-US" dirty="0">
                <a:solidFill>
                  <a:schemeClr val="bg1"/>
                </a:solidFill>
                <a:cs typeface="B Titr" panose="00000700000000000000" pitchFamily="2" charset="-78"/>
              </a:rPr>
              <a:t> </a:t>
            </a:r>
            <a:r>
              <a:rPr lang="en-US" b="1" dirty="0" err="1">
                <a:solidFill>
                  <a:schemeClr val="bg1"/>
                </a:solidFill>
                <a:cs typeface="B Titr" panose="00000700000000000000" pitchFamily="2" charset="-78"/>
              </a:rPr>
              <a:t>Byeong</a:t>
            </a:r>
            <a:r>
              <a:rPr lang="en-US" b="1" dirty="0">
                <a:solidFill>
                  <a:schemeClr val="bg1"/>
                </a:solidFill>
                <a:cs typeface="B Titr" panose="00000700000000000000" pitchFamily="2" charset="-78"/>
              </a:rPr>
              <a:t> Gi Lee</a:t>
            </a:r>
          </a:p>
        </p:txBody>
      </p:sp>
      <p:sp>
        <p:nvSpPr>
          <p:cNvPr id="62" name="TextBox 61">
            <a:extLst>
              <a:ext uri="{FF2B5EF4-FFF2-40B4-BE49-F238E27FC236}">
                <a16:creationId xmlns:a16="http://schemas.microsoft.com/office/drawing/2014/main" id="{440D171B-C5D5-4967-A85E-E68E04273DDE}"/>
              </a:ext>
            </a:extLst>
          </p:cNvPr>
          <p:cNvSpPr txBox="1"/>
          <p:nvPr/>
        </p:nvSpPr>
        <p:spPr>
          <a:xfrm>
            <a:off x="8321443" y="2444563"/>
            <a:ext cx="2473754" cy="369332"/>
          </a:xfrm>
          <a:prstGeom prst="rect">
            <a:avLst/>
          </a:prstGeom>
          <a:noFill/>
        </p:spPr>
        <p:txBody>
          <a:bodyPr wrap="none" rtlCol="0">
            <a:spAutoFit/>
          </a:bodyPr>
          <a:lstStyle/>
          <a:p>
            <a:pPr algn="r" rtl="1"/>
            <a:r>
              <a:rPr lang="fa-IR" dirty="0">
                <a:solidFill>
                  <a:schemeClr val="bg1"/>
                </a:solidFill>
                <a:cs typeface="B Titr" panose="00000700000000000000" pitchFamily="2" charset="-78"/>
              </a:rPr>
              <a:t>مترجم: دکتر رامین مولاناپور</a:t>
            </a:r>
            <a:endParaRPr lang="en-US" b="1" dirty="0">
              <a:solidFill>
                <a:schemeClr val="bg1"/>
              </a:solidFill>
              <a:cs typeface="B Titr" panose="00000700000000000000" pitchFamily="2" charset="-7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grpSp>
        <p:nvGrpSpPr>
          <p:cNvPr id="100" name="Google Shape;100;p13"/>
          <p:cNvGrpSpPr/>
          <p:nvPr/>
        </p:nvGrpSpPr>
        <p:grpSpPr>
          <a:xfrm>
            <a:off x="518271" y="565249"/>
            <a:ext cx="10782568" cy="5606951"/>
            <a:chOff x="0" y="-47625"/>
            <a:chExt cx="4259780" cy="2215092"/>
          </a:xfrm>
        </p:grpSpPr>
        <p:sp>
          <p:nvSpPr>
            <p:cNvPr id="101" name="Google Shape;101;p13"/>
            <p:cNvSpPr/>
            <p:nvPr/>
          </p:nvSpPr>
          <p:spPr>
            <a:xfrm>
              <a:off x="0" y="0"/>
              <a:ext cx="4259780" cy="2167467"/>
            </a:xfrm>
            <a:custGeom>
              <a:avLst/>
              <a:gdLst/>
              <a:ahLst/>
              <a:cxnLst/>
              <a:rect l="l" t="t" r="r" b="b"/>
              <a:pathLst>
                <a:path w="4259780" h="2167467" extrusionOk="0">
                  <a:moveTo>
                    <a:pt x="0" y="0"/>
                  </a:moveTo>
                  <a:lnTo>
                    <a:pt x="4259780" y="0"/>
                  </a:lnTo>
                  <a:lnTo>
                    <a:pt x="4259780" y="2167467"/>
                  </a:lnTo>
                  <a:lnTo>
                    <a:pt x="0" y="2167467"/>
                  </a:lnTo>
                  <a:close/>
                </a:path>
              </a:pathLst>
            </a:custGeom>
            <a:solidFill>
              <a:srgbClr val="000000">
                <a:alpha val="0"/>
              </a:srgbClr>
            </a:solidFill>
            <a:ln w="38100" cap="sq" cmpd="sng">
              <a:solidFill>
                <a:srgbClr val="71CBEF"/>
              </a:solidFill>
              <a:prstDash val="solid"/>
              <a:miter lim="8000"/>
              <a:headEnd type="none" w="sm" len="sm"/>
              <a:tailEnd type="none" w="sm" len="sm"/>
            </a:ln>
          </p:spPr>
          <p:txBody>
            <a:bodyPr/>
            <a:lstStyle/>
            <a:p>
              <a:endParaRPr lang="en-US">
                <a:cs typeface="B Titr" panose="00000700000000000000" pitchFamily="2" charset="-78"/>
              </a:endParaRPr>
            </a:p>
          </p:txBody>
        </p:sp>
        <p:sp>
          <p:nvSpPr>
            <p:cNvPr id="102" name="Google Shape;102;p13"/>
            <p:cNvSpPr txBox="1"/>
            <p:nvPr/>
          </p:nvSpPr>
          <p:spPr>
            <a:xfrm>
              <a:off x="0" y="-47625"/>
              <a:ext cx="812800" cy="860425"/>
            </a:xfrm>
            <a:prstGeom prst="rect">
              <a:avLst/>
            </a:prstGeom>
            <a:noFill/>
            <a:ln>
              <a:noFill/>
            </a:ln>
          </p:spPr>
          <p:txBody>
            <a:bodyPr spcFirstLastPara="1" wrap="square" lIns="33867" tIns="33867" rIns="33867" bIns="33867" anchor="ctr" anchorCtr="0">
              <a:noAutofit/>
            </a:bodyPr>
            <a:lstStyle/>
            <a:p>
              <a:pPr algn="ctr">
                <a:lnSpc>
                  <a:spcPct val="187000"/>
                </a:lnSpc>
              </a:pPr>
              <a:endParaRPr sz="1200">
                <a:solidFill>
                  <a:schemeClr val="dk1"/>
                </a:solidFill>
                <a:latin typeface="Calibri" panose="020F0502020204030204"/>
                <a:ea typeface="Calibri" panose="020F0502020204030204"/>
                <a:cs typeface="B Titr" panose="00000700000000000000" pitchFamily="2" charset="-78"/>
                <a:sym typeface="Calibri" panose="020F0502020204030204"/>
              </a:endParaRPr>
            </a:p>
          </p:txBody>
        </p:sp>
      </p:grpSp>
      <p:sp>
        <p:nvSpPr>
          <p:cNvPr id="103" name="Google Shape;103;p13"/>
          <p:cNvSpPr txBox="1"/>
          <p:nvPr/>
        </p:nvSpPr>
        <p:spPr>
          <a:xfrm>
            <a:off x="7313448" y="1559229"/>
            <a:ext cx="3631808" cy="1107996"/>
          </a:xfrm>
          <a:prstGeom prst="rect">
            <a:avLst/>
          </a:prstGeom>
          <a:noFill/>
          <a:ln>
            <a:noFill/>
          </a:ln>
        </p:spPr>
        <p:txBody>
          <a:bodyPr spcFirstLastPara="1" wrap="square" lIns="0" tIns="0" rIns="0" bIns="0" anchor="t" anchorCtr="0">
            <a:spAutoFit/>
          </a:bodyPr>
          <a:lstStyle/>
          <a:p>
            <a:pPr algn="r">
              <a:lnSpc>
                <a:spcPct val="120000"/>
              </a:lnSpc>
            </a:pPr>
            <a:r>
              <a:rPr lang="fa-IR" sz="6000" dirty="0">
                <a:solidFill>
                  <a:srgbClr val="71CBEF"/>
                </a:solidFill>
                <a:latin typeface="Archivo Black" panose="020B0A03020202020B04"/>
                <a:ea typeface="Archivo Black" panose="020B0A03020202020B04"/>
                <a:cs typeface="B Titr" panose="00000700000000000000" pitchFamily="2" charset="-78"/>
                <a:sym typeface="Archivo Black" panose="020B0A03020202020B04"/>
              </a:rPr>
              <a:t>پخش همگانی</a:t>
            </a:r>
            <a:endParaRPr lang="en-US" sz="6000" dirty="0">
              <a:solidFill>
                <a:srgbClr val="71CBEF"/>
              </a:solidFill>
              <a:latin typeface="Archivo Black" panose="020B0A03020202020B04"/>
              <a:ea typeface="Archivo Black" panose="020B0A03020202020B04"/>
              <a:cs typeface="B Titr" panose="00000700000000000000" pitchFamily="2" charset="-78"/>
              <a:sym typeface="Archivo Black" panose="020B0A03020202020B04"/>
            </a:endParaRPr>
          </a:p>
        </p:txBody>
      </p:sp>
      <p:sp>
        <p:nvSpPr>
          <p:cNvPr id="104" name="Google Shape;104;p13"/>
          <p:cNvSpPr/>
          <p:nvPr/>
        </p:nvSpPr>
        <p:spPr>
          <a:xfrm>
            <a:off x="9726523" y="4723940"/>
            <a:ext cx="3148632" cy="2896519"/>
          </a:xfrm>
          <a:custGeom>
            <a:avLst/>
            <a:gdLst/>
            <a:ahLst/>
            <a:cxnLst/>
            <a:rect l="l" t="t" r="r" b="b"/>
            <a:pathLst>
              <a:path w="4722948" h="4344779" extrusionOk="0">
                <a:moveTo>
                  <a:pt x="0" y="0"/>
                </a:moveTo>
                <a:lnTo>
                  <a:pt x="4722948" y="0"/>
                </a:lnTo>
                <a:lnTo>
                  <a:pt x="4722948" y="4344779"/>
                </a:lnTo>
                <a:lnTo>
                  <a:pt x="0" y="4344779"/>
                </a:lnTo>
                <a:lnTo>
                  <a:pt x="0" y="0"/>
                </a:lnTo>
                <a:close/>
              </a:path>
            </a:pathLst>
          </a:custGeom>
          <a:blipFill rotWithShape="1">
            <a:blip r:embed="rId3"/>
            <a:stretch>
              <a:fillRect t="-8703"/>
            </a:stretch>
          </a:blipFill>
          <a:ln>
            <a:noFill/>
          </a:ln>
        </p:spPr>
      </p:sp>
      <p:sp>
        <p:nvSpPr>
          <p:cNvPr id="105" name="Google Shape;105;p13"/>
          <p:cNvSpPr txBox="1"/>
          <p:nvPr/>
        </p:nvSpPr>
        <p:spPr>
          <a:xfrm>
            <a:off x="7355752" y="2730538"/>
            <a:ext cx="3547200" cy="2769989"/>
          </a:xfrm>
          <a:prstGeom prst="rect">
            <a:avLst/>
          </a:prstGeom>
          <a:noFill/>
          <a:ln>
            <a:noFill/>
          </a:ln>
        </p:spPr>
        <p:txBody>
          <a:bodyPr spcFirstLastPara="1" wrap="square" lIns="0" tIns="0" rIns="0" bIns="0" anchor="t" anchorCtr="0">
            <a:spAutoFit/>
          </a:bodyPr>
          <a:lstStyle/>
          <a:p>
            <a:pPr algn="ctr">
              <a:lnSpc>
                <a:spcPct val="150000"/>
              </a:lnSpc>
            </a:pPr>
            <a:r>
              <a:rPr lang="fa-IR" sz="2400" dirty="0">
                <a:solidFill>
                  <a:srgbClr val="FFFFFF"/>
                </a:solidFill>
                <a:latin typeface="Arial" panose="020B0604020202020204"/>
                <a:ea typeface="Arial" panose="020B0604020202020204"/>
                <a:cs typeface="B Titr" panose="00000700000000000000" pitchFamily="2" charset="-78"/>
                <a:sym typeface="Arial" panose="020B0604020202020204"/>
              </a:rPr>
              <a:t>1_رادیو</a:t>
            </a:r>
          </a:p>
          <a:p>
            <a:pPr algn="ctr">
              <a:lnSpc>
                <a:spcPct val="150000"/>
              </a:lnSpc>
            </a:pPr>
            <a:r>
              <a:rPr lang="fa-IR" sz="2400" dirty="0">
                <a:solidFill>
                  <a:srgbClr val="FFFFFF"/>
                </a:solidFill>
                <a:latin typeface="Arial" panose="020B0604020202020204"/>
                <a:ea typeface="Arial" panose="020B0604020202020204"/>
                <a:cs typeface="B Titr" panose="00000700000000000000" pitchFamily="2" charset="-78"/>
                <a:sym typeface="Arial" panose="020B0604020202020204"/>
              </a:rPr>
              <a:t>2_تلویزیون کابلی</a:t>
            </a:r>
          </a:p>
          <a:p>
            <a:pPr algn="ctr">
              <a:lnSpc>
                <a:spcPct val="150000"/>
              </a:lnSpc>
            </a:pPr>
            <a:r>
              <a:rPr lang="fa-IR" sz="2400" dirty="0">
                <a:solidFill>
                  <a:srgbClr val="FFFFFF"/>
                </a:solidFill>
                <a:latin typeface="Arial" panose="020B0604020202020204"/>
                <a:ea typeface="Arial" panose="020B0604020202020204"/>
                <a:cs typeface="B Titr" panose="00000700000000000000" pitchFamily="2" charset="-78"/>
                <a:sym typeface="Arial" panose="020B0604020202020204"/>
              </a:rPr>
              <a:t>3_تلویزیون ماهواره ای</a:t>
            </a:r>
          </a:p>
          <a:p>
            <a:pPr algn="ctr">
              <a:lnSpc>
                <a:spcPct val="150000"/>
              </a:lnSpc>
            </a:pPr>
            <a:r>
              <a:rPr lang="fa-IR" sz="2400" dirty="0">
                <a:solidFill>
                  <a:srgbClr val="FFFFFF"/>
                </a:solidFill>
                <a:latin typeface="Arial" panose="020B0604020202020204"/>
                <a:ea typeface="Arial" panose="020B0604020202020204"/>
                <a:cs typeface="B Titr" panose="00000700000000000000" pitchFamily="2" charset="-78"/>
                <a:sym typeface="Arial" panose="020B0604020202020204"/>
              </a:rPr>
              <a:t>4_تلویزیون دیجیتال</a:t>
            </a:r>
          </a:p>
          <a:p>
            <a:pPr algn="ctr">
              <a:lnSpc>
                <a:spcPct val="150000"/>
              </a:lnSpc>
            </a:pPr>
            <a:r>
              <a:rPr lang="fa-IR" sz="2400" dirty="0">
                <a:solidFill>
                  <a:srgbClr val="FFFFFF"/>
                </a:solidFill>
                <a:latin typeface="Arial" panose="020B0604020202020204"/>
                <a:ea typeface="Arial" panose="020B0604020202020204"/>
                <a:cs typeface="B Titr" panose="00000700000000000000" pitchFamily="2" charset="-78"/>
                <a:sym typeface="Arial" panose="020B0604020202020204"/>
              </a:rPr>
              <a:t>5_پخش اینترنتی</a:t>
            </a:r>
            <a:endParaRPr lang="en-US" sz="2400" dirty="0">
              <a:solidFill>
                <a:srgbClr val="FFFFFF"/>
              </a:solidFill>
              <a:latin typeface="Arial" panose="020B0604020202020204"/>
              <a:ea typeface="Arial" panose="020B0604020202020204"/>
              <a:cs typeface="B Titr" panose="00000700000000000000" pitchFamily="2" charset="-78"/>
              <a:sym typeface="Arial" panose="020B0604020202020204"/>
            </a:endParaRPr>
          </a:p>
        </p:txBody>
      </p:sp>
      <p:grpSp>
        <p:nvGrpSpPr>
          <p:cNvPr id="106" name="Google Shape;106;p13"/>
          <p:cNvGrpSpPr/>
          <p:nvPr/>
        </p:nvGrpSpPr>
        <p:grpSpPr>
          <a:xfrm>
            <a:off x="10134599" y="-107004"/>
            <a:ext cx="2057401" cy="1811512"/>
            <a:chOff x="0" y="-47625"/>
            <a:chExt cx="812800" cy="972394"/>
          </a:xfrm>
        </p:grpSpPr>
        <p:sp>
          <p:nvSpPr>
            <p:cNvPr id="107" name="Google Shape;107;p13"/>
            <p:cNvSpPr/>
            <p:nvPr/>
          </p:nvSpPr>
          <p:spPr>
            <a:xfrm>
              <a:off x="0" y="0"/>
              <a:ext cx="296125" cy="924769"/>
            </a:xfrm>
            <a:custGeom>
              <a:avLst/>
              <a:gdLst/>
              <a:ahLst/>
              <a:cxnLst/>
              <a:rect l="l" t="t" r="r" b="b"/>
              <a:pathLst>
                <a:path w="296125" h="924769" extrusionOk="0">
                  <a:moveTo>
                    <a:pt x="0" y="0"/>
                  </a:moveTo>
                  <a:lnTo>
                    <a:pt x="296125" y="0"/>
                  </a:lnTo>
                  <a:lnTo>
                    <a:pt x="296125" y="924769"/>
                  </a:lnTo>
                  <a:lnTo>
                    <a:pt x="0" y="924769"/>
                  </a:lnTo>
                  <a:close/>
                </a:path>
              </a:pathLst>
            </a:custGeom>
            <a:solidFill>
              <a:srgbClr val="2D5B8F"/>
            </a:solidFill>
            <a:ln>
              <a:noFill/>
            </a:ln>
          </p:spPr>
        </p:sp>
        <p:sp>
          <p:nvSpPr>
            <p:cNvPr id="108" name="Google Shape;108;p13"/>
            <p:cNvSpPr txBox="1"/>
            <p:nvPr/>
          </p:nvSpPr>
          <p:spPr>
            <a:xfrm>
              <a:off x="0" y="-47625"/>
              <a:ext cx="812800" cy="860425"/>
            </a:xfrm>
            <a:prstGeom prst="rect">
              <a:avLst/>
            </a:prstGeom>
            <a:noFill/>
            <a:ln>
              <a:noFill/>
            </a:ln>
          </p:spPr>
          <p:txBody>
            <a:bodyPr spcFirstLastPara="1" wrap="square" lIns="33867" tIns="33867" rIns="33867" bIns="33867" anchor="ctr" anchorCtr="0">
              <a:noAutofit/>
            </a:bodyPr>
            <a:lstStyle/>
            <a:p>
              <a:pPr algn="ctr">
                <a:lnSpc>
                  <a:spcPct val="187000"/>
                </a:lnSpc>
              </a:pPr>
              <a:endParaRPr sz="1200">
                <a:solidFill>
                  <a:schemeClr val="dk1"/>
                </a:solidFill>
                <a:latin typeface="Calibri" panose="020F0502020204030204"/>
                <a:ea typeface="Calibri" panose="020F0502020204030204"/>
                <a:cs typeface="B Titr" panose="00000700000000000000" pitchFamily="2" charset="-78"/>
                <a:sym typeface="Calibri" panose="020F0502020204030204"/>
              </a:endParaRPr>
            </a:p>
          </p:txBody>
        </p:sp>
      </p:grpSp>
      <p:sp>
        <p:nvSpPr>
          <p:cNvPr id="109" name="Google Shape;109;p13"/>
          <p:cNvSpPr txBox="1"/>
          <p:nvPr/>
        </p:nvSpPr>
        <p:spPr>
          <a:xfrm>
            <a:off x="10293082" y="787593"/>
            <a:ext cx="963703" cy="1107996"/>
          </a:xfrm>
          <a:prstGeom prst="rect">
            <a:avLst/>
          </a:prstGeom>
          <a:noFill/>
          <a:ln>
            <a:noFill/>
          </a:ln>
        </p:spPr>
        <p:txBody>
          <a:bodyPr spcFirstLastPara="1" wrap="square" lIns="0" tIns="0" rIns="0" bIns="0" anchor="t" anchorCtr="0">
            <a:spAutoFit/>
          </a:bodyPr>
          <a:lstStyle/>
          <a:p>
            <a:pPr algn="just">
              <a:lnSpc>
                <a:spcPct val="120000"/>
              </a:lnSpc>
            </a:pPr>
            <a:r>
              <a:rPr lang="en-US" sz="6000" b="1" dirty="0">
                <a:solidFill>
                  <a:srgbClr val="0F1A38"/>
                </a:solidFill>
                <a:latin typeface="Archivo Black" panose="020B0A03020202020B04"/>
                <a:ea typeface="Archivo Black" panose="020B0A03020202020B04"/>
                <a:cs typeface="B Titr" panose="00000700000000000000" pitchFamily="2" charset="-78"/>
                <a:sym typeface="Archivo Black" panose="020B0A03020202020B04"/>
              </a:rPr>
              <a:t>1</a:t>
            </a:r>
          </a:p>
        </p:txBody>
      </p:sp>
      <p:pic>
        <p:nvPicPr>
          <p:cNvPr id="110" name="Google Shape;110;p13"/>
          <p:cNvPicPr preferRelativeResize="0"/>
          <p:nvPr/>
        </p:nvPicPr>
        <p:blipFill>
          <a:blip r:embed="rId4"/>
          <a:stretch>
            <a:fillRect/>
          </a:stretch>
        </p:blipFill>
        <p:spPr>
          <a:xfrm>
            <a:off x="-1468526" y="-684649"/>
            <a:ext cx="8511000" cy="8510800"/>
          </a:xfrm>
          <a:prstGeom prst="ellipse">
            <a:avLst/>
          </a:prstGeom>
          <a:noFill/>
          <a:ln>
            <a:noFill/>
          </a:ln>
        </p:spPr>
      </p:pic>
      <p:sp>
        <p:nvSpPr>
          <p:cNvPr id="3" name="TextBox 2">
            <a:extLst>
              <a:ext uri="{FF2B5EF4-FFF2-40B4-BE49-F238E27FC236}">
                <a16:creationId xmlns:a16="http://schemas.microsoft.com/office/drawing/2014/main" id="{92CE452A-4B48-C304-234E-286B92E6FC83}"/>
              </a:ext>
            </a:extLst>
          </p:cNvPr>
          <p:cNvSpPr txBox="1"/>
          <p:nvPr/>
        </p:nvSpPr>
        <p:spPr>
          <a:xfrm>
            <a:off x="8864857" y="6416540"/>
            <a:ext cx="875561" cy="276999"/>
          </a:xfrm>
          <a:prstGeom prst="rect">
            <a:avLst/>
          </a:prstGeom>
          <a:noFill/>
        </p:spPr>
        <p:txBody>
          <a:bodyPr wrap="none" rtlCol="0">
            <a:spAutoFit/>
          </a:bodyPr>
          <a:lstStyle/>
          <a:p>
            <a:r>
              <a:rPr lang="en-US" sz="1200" dirty="0">
                <a:solidFill>
                  <a:schemeClr val="bg1"/>
                </a:solidFill>
              </a:rPr>
              <a:t>Book p.</a:t>
            </a:r>
            <a:r>
              <a:rPr lang="fa-IR" sz="1200" dirty="0">
                <a:solidFill>
                  <a:schemeClr val="bg1"/>
                </a:solidFill>
              </a:rPr>
              <a:t>34</a:t>
            </a:r>
            <a:endParaRPr lang="en-US" sz="1200" dirty="0">
              <a:solidFill>
                <a:schemeClr val="bg1"/>
              </a:solidFill>
            </a:endParaRPr>
          </a:p>
        </p:txBody>
      </p:sp>
      <p:sp>
        <p:nvSpPr>
          <p:cNvPr id="4" name="TextBox 3">
            <a:extLst>
              <a:ext uri="{FF2B5EF4-FFF2-40B4-BE49-F238E27FC236}">
                <a16:creationId xmlns:a16="http://schemas.microsoft.com/office/drawing/2014/main" id="{9A8845D1-CB98-F660-DF46-49694E0BCB86}"/>
              </a:ext>
            </a:extLst>
          </p:cNvPr>
          <p:cNvSpPr txBox="1"/>
          <p:nvPr/>
        </p:nvSpPr>
        <p:spPr>
          <a:xfrm>
            <a:off x="140096" y="6403886"/>
            <a:ext cx="2646878" cy="246221"/>
          </a:xfrm>
          <a:prstGeom prst="rect">
            <a:avLst/>
          </a:prstGeom>
          <a:noFill/>
        </p:spPr>
        <p:txBody>
          <a:bodyPr wrap="square" rtlCol="0">
            <a:spAutoFit/>
          </a:bodyPr>
          <a:lstStyle/>
          <a:p>
            <a:r>
              <a:rPr lang="en-US" sz="1000" dirty="0">
                <a:solidFill>
                  <a:schemeClr val="accent5"/>
                </a:solidFill>
              </a:rPr>
              <a:t>Presented by Iliya Jafari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5">
                                            <p:txEl>
                                              <p:pRg st="0" end="0"/>
                                            </p:txEl>
                                          </p:spTgt>
                                        </p:tgtEl>
                                        <p:attrNameLst>
                                          <p:attrName>style.visibility</p:attrName>
                                        </p:attrNameLst>
                                      </p:cBhvr>
                                      <p:to>
                                        <p:strVal val="visible"/>
                                      </p:to>
                                    </p:set>
                                    <p:animEffect transition="in" filter="wipe(down)">
                                      <p:cBhvr>
                                        <p:cTn id="7" dur="500"/>
                                        <p:tgtEl>
                                          <p:spTgt spid="10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5">
                                            <p:txEl>
                                              <p:pRg st="1" end="1"/>
                                            </p:txEl>
                                          </p:spTgt>
                                        </p:tgtEl>
                                        <p:attrNameLst>
                                          <p:attrName>style.visibility</p:attrName>
                                        </p:attrNameLst>
                                      </p:cBhvr>
                                      <p:to>
                                        <p:strVal val="visible"/>
                                      </p:to>
                                    </p:set>
                                    <p:animEffect transition="in" filter="wipe(down)">
                                      <p:cBhvr>
                                        <p:cTn id="12" dur="500"/>
                                        <p:tgtEl>
                                          <p:spTgt spid="10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05">
                                            <p:txEl>
                                              <p:pRg st="2" end="2"/>
                                            </p:txEl>
                                          </p:spTgt>
                                        </p:tgtEl>
                                        <p:attrNameLst>
                                          <p:attrName>style.visibility</p:attrName>
                                        </p:attrNameLst>
                                      </p:cBhvr>
                                      <p:to>
                                        <p:strVal val="visible"/>
                                      </p:to>
                                    </p:set>
                                    <p:animEffect transition="in" filter="wipe(down)">
                                      <p:cBhvr>
                                        <p:cTn id="17" dur="500"/>
                                        <p:tgtEl>
                                          <p:spTgt spid="10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05">
                                            <p:txEl>
                                              <p:pRg st="3" end="3"/>
                                            </p:txEl>
                                          </p:spTgt>
                                        </p:tgtEl>
                                        <p:attrNameLst>
                                          <p:attrName>style.visibility</p:attrName>
                                        </p:attrNameLst>
                                      </p:cBhvr>
                                      <p:to>
                                        <p:strVal val="visible"/>
                                      </p:to>
                                    </p:set>
                                    <p:animEffect transition="in" filter="wipe(down)">
                                      <p:cBhvr>
                                        <p:cTn id="22" dur="500"/>
                                        <p:tgtEl>
                                          <p:spTgt spid="10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05">
                                            <p:txEl>
                                              <p:pRg st="4" end="4"/>
                                            </p:txEl>
                                          </p:spTgt>
                                        </p:tgtEl>
                                        <p:attrNameLst>
                                          <p:attrName>style.visibility</p:attrName>
                                        </p:attrNameLst>
                                      </p:cBhvr>
                                      <p:to>
                                        <p:strVal val="visible"/>
                                      </p:to>
                                    </p:set>
                                    <p:animEffect transition="in" filter="wipe(down)">
                                      <p:cBhvr>
                                        <p:cTn id="27" dur="500"/>
                                        <p:tgtEl>
                                          <p:spTgt spid="10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4"/>
          <p:cNvSpPr/>
          <p:nvPr/>
        </p:nvSpPr>
        <p:spPr>
          <a:xfrm rot="5400000">
            <a:off x="4251848" y="-4251848"/>
            <a:ext cx="3688304" cy="12192000"/>
          </a:xfrm>
          <a:custGeom>
            <a:avLst/>
            <a:gdLst/>
            <a:ahLst/>
            <a:cxnLst/>
            <a:rect l="l" t="t" r="r" b="b"/>
            <a:pathLst>
              <a:path w="5532456" h="18288000" extrusionOk="0">
                <a:moveTo>
                  <a:pt x="0" y="0"/>
                </a:moveTo>
                <a:lnTo>
                  <a:pt x="5532456" y="0"/>
                </a:lnTo>
                <a:lnTo>
                  <a:pt x="5532456" y="18288000"/>
                </a:lnTo>
                <a:lnTo>
                  <a:pt x="0" y="18288000"/>
                </a:lnTo>
                <a:lnTo>
                  <a:pt x="0" y="0"/>
                </a:lnTo>
                <a:close/>
              </a:path>
            </a:pathLst>
          </a:custGeom>
          <a:blipFill rotWithShape="1">
            <a:blip r:embed="rId3"/>
            <a:stretch>
              <a:fillRect l="-25549" r="-205008"/>
            </a:stretch>
          </a:blipFill>
          <a:ln>
            <a:noFill/>
          </a:ln>
        </p:spPr>
      </p:sp>
      <p:grpSp>
        <p:nvGrpSpPr>
          <p:cNvPr id="116" name="Google Shape;116;p14"/>
          <p:cNvGrpSpPr/>
          <p:nvPr/>
        </p:nvGrpSpPr>
        <p:grpSpPr>
          <a:xfrm rot="-5400000">
            <a:off x="3746566" y="-4730793"/>
            <a:ext cx="4588790" cy="12302084"/>
            <a:chOff x="0" y="-47625"/>
            <a:chExt cx="1812855" cy="4860082"/>
          </a:xfrm>
        </p:grpSpPr>
        <p:sp>
          <p:nvSpPr>
            <p:cNvPr id="117" name="Google Shape;117;p14"/>
            <p:cNvSpPr/>
            <p:nvPr/>
          </p:nvSpPr>
          <p:spPr>
            <a:xfrm>
              <a:off x="0" y="0"/>
              <a:ext cx="1812855" cy="4812457"/>
            </a:xfrm>
            <a:custGeom>
              <a:avLst/>
              <a:gdLst/>
              <a:ahLst/>
              <a:cxnLst/>
              <a:rect l="l" t="t" r="r" b="b"/>
              <a:pathLst>
                <a:path w="1812855" h="4812457" extrusionOk="0">
                  <a:moveTo>
                    <a:pt x="0" y="0"/>
                  </a:moveTo>
                  <a:lnTo>
                    <a:pt x="1812855" y="0"/>
                  </a:lnTo>
                  <a:lnTo>
                    <a:pt x="1812855" y="4812457"/>
                  </a:lnTo>
                  <a:lnTo>
                    <a:pt x="0" y="4812457"/>
                  </a:lnTo>
                  <a:close/>
                </a:path>
              </a:pathLst>
            </a:custGeom>
            <a:gradFill>
              <a:gsLst>
                <a:gs pos="0">
                  <a:srgbClr val="0F1A38"/>
                </a:gs>
                <a:gs pos="50000">
                  <a:srgbClr val="0F1A38"/>
                </a:gs>
                <a:gs pos="100000">
                  <a:srgbClr val="0F1A38">
                    <a:alpha val="0"/>
                  </a:srgbClr>
                </a:gs>
              </a:gsLst>
              <a:lin ang="0" scaled="0"/>
            </a:gradFill>
            <a:ln>
              <a:noFill/>
            </a:ln>
          </p:spPr>
        </p:sp>
        <p:sp>
          <p:nvSpPr>
            <p:cNvPr id="118" name="Google Shape;118;p14"/>
            <p:cNvSpPr txBox="1"/>
            <p:nvPr/>
          </p:nvSpPr>
          <p:spPr>
            <a:xfrm>
              <a:off x="0" y="-47625"/>
              <a:ext cx="812800" cy="860425"/>
            </a:xfrm>
            <a:prstGeom prst="rect">
              <a:avLst/>
            </a:prstGeom>
            <a:noFill/>
            <a:ln>
              <a:noFill/>
            </a:ln>
          </p:spPr>
          <p:txBody>
            <a:bodyPr spcFirstLastPara="1" wrap="square" lIns="33867" tIns="33867" rIns="33867" bIns="33867" anchor="ctr" anchorCtr="0">
              <a:noAutofit/>
            </a:bodyPr>
            <a:lstStyle/>
            <a:p>
              <a:pPr algn="ctr">
                <a:lnSpc>
                  <a:spcPct val="187000"/>
                </a:lnSpc>
              </a:pPr>
              <a:endParaRPr sz="1200">
                <a:solidFill>
                  <a:schemeClr val="dk1"/>
                </a:solidFill>
                <a:latin typeface="Calibri" panose="020F0502020204030204"/>
                <a:ea typeface="Calibri" panose="020F0502020204030204"/>
                <a:cs typeface="B Titr" panose="00000700000000000000" pitchFamily="2" charset="-78"/>
                <a:sym typeface="Calibri" panose="020F0502020204030204"/>
              </a:endParaRPr>
            </a:p>
          </p:txBody>
        </p:sp>
      </p:grpSp>
      <p:sp>
        <p:nvSpPr>
          <p:cNvPr id="122" name="Google Shape;122;p14"/>
          <p:cNvSpPr txBox="1"/>
          <p:nvPr/>
        </p:nvSpPr>
        <p:spPr>
          <a:xfrm>
            <a:off x="7153665" y="457209"/>
            <a:ext cx="3706239" cy="960263"/>
          </a:xfrm>
          <a:prstGeom prst="rect">
            <a:avLst/>
          </a:prstGeom>
          <a:noFill/>
          <a:ln>
            <a:noFill/>
          </a:ln>
        </p:spPr>
        <p:txBody>
          <a:bodyPr spcFirstLastPara="1" wrap="square" lIns="0" tIns="0" rIns="0" bIns="0" anchor="t" anchorCtr="0">
            <a:spAutoFit/>
          </a:bodyPr>
          <a:lstStyle/>
          <a:p>
            <a:pPr lvl="1" algn="ctr">
              <a:lnSpc>
                <a:spcPct val="120000"/>
              </a:lnSpc>
            </a:pPr>
            <a:r>
              <a:rPr lang="fa-IR" sz="5200" dirty="0">
                <a:solidFill>
                  <a:srgbClr val="71CBEF"/>
                </a:solidFill>
                <a:latin typeface="Archivo Black" panose="020B0A03020202020B04"/>
                <a:ea typeface="Archivo Black" panose="020B0A03020202020B04"/>
                <a:cs typeface="B Titr" panose="00000700000000000000" pitchFamily="2" charset="-78"/>
                <a:sym typeface="Archivo Black" panose="020B0A03020202020B04"/>
              </a:rPr>
              <a:t>عناصر فناوری</a:t>
            </a:r>
            <a:endParaRPr lang="en-US" sz="5200" dirty="0">
              <a:solidFill>
                <a:srgbClr val="71CBEF"/>
              </a:solidFill>
              <a:latin typeface="Archivo Black" panose="020B0A03020202020B04"/>
              <a:ea typeface="Archivo Black" panose="020B0A03020202020B04"/>
              <a:cs typeface="B Titr" panose="00000700000000000000" pitchFamily="2" charset="-78"/>
              <a:sym typeface="Archivo Black" panose="020B0A03020202020B04"/>
            </a:endParaRPr>
          </a:p>
        </p:txBody>
      </p:sp>
      <p:sp>
        <p:nvSpPr>
          <p:cNvPr id="123" name="Google Shape;123;p14"/>
          <p:cNvSpPr txBox="1"/>
          <p:nvPr/>
        </p:nvSpPr>
        <p:spPr>
          <a:xfrm>
            <a:off x="6770451" y="1346443"/>
            <a:ext cx="5223754" cy="4416530"/>
          </a:xfrm>
          <a:prstGeom prst="rect">
            <a:avLst/>
          </a:prstGeom>
          <a:noFill/>
          <a:ln>
            <a:noFill/>
          </a:ln>
        </p:spPr>
        <p:txBody>
          <a:bodyPr spcFirstLastPara="1" wrap="square" lIns="0" tIns="0" rIns="0" bIns="0" anchor="t" anchorCtr="0">
            <a:spAutoFit/>
          </a:bodyPr>
          <a:lstStyle/>
          <a:p>
            <a:pPr algn="ctr">
              <a:lnSpc>
                <a:spcPct val="150000"/>
              </a:lnSpc>
            </a:pPr>
            <a:r>
              <a:rPr lang="fa-IR" sz="2400" dirty="0">
                <a:solidFill>
                  <a:schemeClr val="bg1"/>
                </a:solidFill>
                <a:cs typeface="B Titr" panose="00000700000000000000" pitchFamily="2" charset="-78"/>
              </a:rPr>
              <a:t>1_ترانزیستور</a:t>
            </a:r>
          </a:p>
          <a:p>
            <a:pPr algn="ctr">
              <a:lnSpc>
                <a:spcPct val="150000"/>
              </a:lnSpc>
            </a:pPr>
            <a:r>
              <a:rPr lang="fa-IR" sz="2400" dirty="0">
                <a:solidFill>
                  <a:schemeClr val="bg1"/>
                </a:solidFill>
                <a:latin typeface="Arial" panose="020B0604020202020204"/>
                <a:ea typeface="Arial" panose="020B0604020202020204"/>
                <a:cs typeface="B Titr" panose="00000700000000000000" pitchFamily="2" charset="-78"/>
                <a:sym typeface="Arial" panose="020B0604020202020204"/>
              </a:rPr>
              <a:t>2_لیزر</a:t>
            </a:r>
          </a:p>
          <a:p>
            <a:pPr algn="ctr">
              <a:lnSpc>
                <a:spcPct val="150000"/>
              </a:lnSpc>
            </a:pPr>
            <a:r>
              <a:rPr lang="fa-IR" sz="2400" dirty="0">
                <a:solidFill>
                  <a:schemeClr val="bg1"/>
                </a:solidFill>
                <a:latin typeface="Arial" panose="020B0604020202020204"/>
                <a:ea typeface="Arial" panose="020B0604020202020204"/>
                <a:cs typeface="B Titr" panose="00000700000000000000" pitchFamily="2" charset="-78"/>
                <a:sym typeface="Arial" panose="020B0604020202020204"/>
              </a:rPr>
              <a:t>3_پردازش سیگنال دیجیتال</a:t>
            </a:r>
          </a:p>
          <a:p>
            <a:pPr algn="ctr">
              <a:lnSpc>
                <a:spcPct val="150000"/>
              </a:lnSpc>
            </a:pPr>
            <a:r>
              <a:rPr lang="fa-IR" sz="2400" dirty="0">
                <a:solidFill>
                  <a:schemeClr val="bg1"/>
                </a:solidFill>
                <a:latin typeface="Arial" panose="020B0604020202020204"/>
                <a:ea typeface="Arial" panose="020B0604020202020204"/>
                <a:cs typeface="B Titr" panose="00000700000000000000" pitchFamily="2" charset="-78"/>
                <a:sym typeface="Arial" panose="020B0604020202020204"/>
              </a:rPr>
              <a:t>4_نظریه اطلاعات</a:t>
            </a:r>
          </a:p>
          <a:p>
            <a:pPr algn="ctr">
              <a:lnSpc>
                <a:spcPct val="150000"/>
              </a:lnSpc>
            </a:pPr>
            <a:r>
              <a:rPr lang="en-US" sz="2400" dirty="0">
                <a:solidFill>
                  <a:schemeClr val="bg1"/>
                </a:solidFill>
                <a:latin typeface="Arial" panose="020B0604020202020204"/>
                <a:ea typeface="Arial" panose="020B0604020202020204"/>
                <a:cs typeface="B Titr" panose="00000700000000000000" pitchFamily="2" charset="-78"/>
                <a:sym typeface="Arial" panose="020B0604020202020204"/>
              </a:rPr>
              <a:t> PACKET SWITCHING </a:t>
            </a:r>
            <a:r>
              <a:rPr lang="fa-IR" sz="2400" dirty="0">
                <a:solidFill>
                  <a:schemeClr val="bg1"/>
                </a:solidFill>
                <a:latin typeface="Arial" panose="020B0604020202020204"/>
                <a:ea typeface="Arial" panose="020B0604020202020204"/>
                <a:cs typeface="B Titr" panose="00000700000000000000" pitchFamily="2" charset="-78"/>
                <a:sym typeface="Arial" panose="020B0604020202020204"/>
              </a:rPr>
              <a:t>5_تعویض بسته ای</a:t>
            </a:r>
          </a:p>
          <a:p>
            <a:pPr algn="ctr">
              <a:lnSpc>
                <a:spcPct val="150000"/>
              </a:lnSpc>
            </a:pPr>
            <a:r>
              <a:rPr lang="en-US" sz="2400" dirty="0">
                <a:solidFill>
                  <a:schemeClr val="bg1"/>
                </a:solidFill>
                <a:latin typeface="Arial" panose="020B0604020202020204"/>
                <a:ea typeface="Arial" panose="020B0604020202020204"/>
                <a:cs typeface="B Titr" panose="00000700000000000000" pitchFamily="2" charset="-78"/>
                <a:sym typeface="Arial" panose="020B0604020202020204"/>
              </a:rPr>
              <a:t> ARPANET</a:t>
            </a:r>
            <a:r>
              <a:rPr lang="fa-IR" sz="2400" dirty="0">
                <a:solidFill>
                  <a:schemeClr val="bg1"/>
                </a:solidFill>
                <a:latin typeface="Arial" panose="020B0604020202020204"/>
                <a:ea typeface="Arial" panose="020B0604020202020204"/>
                <a:cs typeface="B Titr" panose="00000700000000000000" pitchFamily="2" charset="-78"/>
                <a:sym typeface="Arial" panose="020B0604020202020204"/>
              </a:rPr>
              <a:t>6_آرپانت</a:t>
            </a:r>
          </a:p>
          <a:p>
            <a:pPr algn="ctr">
              <a:lnSpc>
                <a:spcPct val="150000"/>
              </a:lnSpc>
            </a:pPr>
            <a:r>
              <a:rPr lang="en-US" sz="2400" dirty="0">
                <a:solidFill>
                  <a:schemeClr val="bg1"/>
                </a:solidFill>
                <a:latin typeface="Arial" panose="020B0604020202020204"/>
                <a:ea typeface="Arial" panose="020B0604020202020204"/>
                <a:cs typeface="B Titr" panose="00000700000000000000" pitchFamily="2" charset="-78"/>
                <a:sym typeface="Arial" panose="020B0604020202020204"/>
              </a:rPr>
              <a:t>TCP/IP</a:t>
            </a:r>
            <a:r>
              <a:rPr lang="fa-IR" sz="2400" dirty="0">
                <a:solidFill>
                  <a:schemeClr val="bg1"/>
                </a:solidFill>
                <a:latin typeface="Arial" panose="020B0604020202020204"/>
                <a:ea typeface="Arial" panose="020B0604020202020204"/>
                <a:cs typeface="B Titr" panose="00000700000000000000" pitchFamily="2" charset="-78"/>
                <a:sym typeface="Arial" panose="020B0604020202020204"/>
              </a:rPr>
              <a:t>7_پروتکل </a:t>
            </a:r>
            <a:endParaRPr lang="en-US" sz="2400" dirty="0">
              <a:solidFill>
                <a:schemeClr val="bg1"/>
              </a:solidFill>
              <a:latin typeface="Arial" panose="020B0604020202020204"/>
              <a:ea typeface="Arial" panose="020B0604020202020204"/>
              <a:cs typeface="B Titr" panose="00000700000000000000" pitchFamily="2" charset="-78"/>
              <a:sym typeface="Arial" panose="020B0604020202020204"/>
            </a:endParaRPr>
          </a:p>
          <a:p>
            <a:pPr algn="ctr">
              <a:lnSpc>
                <a:spcPct val="150000"/>
              </a:lnSpc>
            </a:pPr>
            <a:r>
              <a:rPr lang="en-US" sz="2400" dirty="0">
                <a:solidFill>
                  <a:schemeClr val="bg1"/>
                </a:solidFill>
                <a:latin typeface="Arial" panose="020B0604020202020204"/>
                <a:ea typeface="Arial" panose="020B0604020202020204"/>
                <a:cs typeface="B Titr" panose="00000700000000000000" pitchFamily="2" charset="-78"/>
                <a:sym typeface="Arial" panose="020B0604020202020204"/>
              </a:rPr>
              <a:t>NCP</a:t>
            </a:r>
            <a:r>
              <a:rPr lang="fa-IR" sz="2400" dirty="0">
                <a:solidFill>
                  <a:schemeClr val="bg1"/>
                </a:solidFill>
                <a:latin typeface="Arial" panose="020B0604020202020204"/>
                <a:ea typeface="Arial" panose="020B0604020202020204"/>
                <a:cs typeface="B Titr" panose="00000700000000000000" pitchFamily="2" charset="-78"/>
                <a:sym typeface="Arial" panose="020B0604020202020204"/>
              </a:rPr>
              <a:t>8_ پروتکل </a:t>
            </a:r>
            <a:endParaRPr lang="en-US" sz="2333" dirty="0">
              <a:solidFill>
                <a:schemeClr val="bg1"/>
              </a:solidFill>
              <a:latin typeface="Arial" panose="020B0604020202020204"/>
              <a:ea typeface="Arial" panose="020B0604020202020204"/>
              <a:cs typeface="B Titr" panose="00000700000000000000" pitchFamily="2" charset="-78"/>
              <a:sym typeface="Arial" panose="020B0604020202020204"/>
            </a:endParaRPr>
          </a:p>
        </p:txBody>
      </p:sp>
      <p:pic>
        <p:nvPicPr>
          <p:cNvPr id="2" name="Picture 1">
            <a:extLst>
              <a:ext uri="{FF2B5EF4-FFF2-40B4-BE49-F238E27FC236}">
                <a16:creationId xmlns:a16="http://schemas.microsoft.com/office/drawing/2014/main" id="{57CCC12D-2046-D910-9AE1-D329AD3206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363" y="457209"/>
            <a:ext cx="5069742" cy="2643901"/>
          </a:xfrm>
          <a:prstGeom prst="flowChartAlternateProcess">
            <a:avLst/>
          </a:prstGeom>
        </p:spPr>
      </p:pic>
      <p:pic>
        <p:nvPicPr>
          <p:cNvPr id="6" name="Picture 5">
            <a:extLst>
              <a:ext uri="{FF2B5EF4-FFF2-40B4-BE49-F238E27FC236}">
                <a16:creationId xmlns:a16="http://schemas.microsoft.com/office/drawing/2014/main" id="{CACEB681-B11E-1009-CB3C-328CD4BF45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0842" y="3558319"/>
            <a:ext cx="5069742" cy="2643901"/>
          </a:xfrm>
          <a:prstGeom prst="flowChartAlternateProcess">
            <a:avLst/>
          </a:prstGeom>
        </p:spPr>
      </p:pic>
      <p:sp>
        <p:nvSpPr>
          <p:cNvPr id="4" name="TextBox 3">
            <a:extLst>
              <a:ext uri="{FF2B5EF4-FFF2-40B4-BE49-F238E27FC236}">
                <a16:creationId xmlns:a16="http://schemas.microsoft.com/office/drawing/2014/main" id="{422D1DB2-1316-214D-C77E-B1687FE263C6}"/>
              </a:ext>
            </a:extLst>
          </p:cNvPr>
          <p:cNvSpPr txBox="1"/>
          <p:nvPr/>
        </p:nvSpPr>
        <p:spPr>
          <a:xfrm>
            <a:off x="194553" y="6400791"/>
            <a:ext cx="6147880" cy="261610"/>
          </a:xfrm>
          <a:prstGeom prst="rect">
            <a:avLst/>
          </a:prstGeom>
          <a:noFill/>
        </p:spPr>
        <p:txBody>
          <a:bodyPr wrap="square">
            <a:spAutoFit/>
          </a:bodyPr>
          <a:lstStyle/>
          <a:p>
            <a:r>
              <a:rPr lang="en-US" sz="1100" dirty="0">
                <a:solidFill>
                  <a:schemeClr val="accent5"/>
                </a:solidFill>
              </a:rPr>
              <a:t>Presented by Iliya Jafari</a:t>
            </a:r>
          </a:p>
        </p:txBody>
      </p:sp>
      <p:sp>
        <p:nvSpPr>
          <p:cNvPr id="7" name="TextBox 6">
            <a:extLst>
              <a:ext uri="{FF2B5EF4-FFF2-40B4-BE49-F238E27FC236}">
                <a16:creationId xmlns:a16="http://schemas.microsoft.com/office/drawing/2014/main" id="{D6093514-5280-00BD-AB93-BCBE5B3C8BEB}"/>
              </a:ext>
            </a:extLst>
          </p:cNvPr>
          <p:cNvSpPr txBox="1"/>
          <p:nvPr/>
        </p:nvSpPr>
        <p:spPr>
          <a:xfrm>
            <a:off x="10859904" y="6413539"/>
            <a:ext cx="1634247" cy="276999"/>
          </a:xfrm>
          <a:prstGeom prst="rect">
            <a:avLst/>
          </a:prstGeom>
          <a:noFill/>
        </p:spPr>
        <p:txBody>
          <a:bodyPr wrap="square">
            <a:spAutoFit/>
          </a:bodyPr>
          <a:lstStyle/>
          <a:p>
            <a:r>
              <a:rPr lang="en-US" sz="1200" dirty="0">
                <a:solidFill>
                  <a:schemeClr val="bg1"/>
                </a:solidFill>
              </a:rPr>
              <a:t>Book p.</a:t>
            </a:r>
            <a:r>
              <a:rPr lang="fa-IR" sz="1200" dirty="0">
                <a:solidFill>
                  <a:schemeClr val="bg1"/>
                </a:solidFill>
              </a:rPr>
              <a:t>35</a:t>
            </a:r>
            <a:endParaRPr lang="en-US" sz="12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3">
                                            <p:txEl>
                                              <p:pRg st="0" end="0"/>
                                            </p:txEl>
                                          </p:spTgt>
                                        </p:tgtEl>
                                        <p:attrNameLst>
                                          <p:attrName>style.visibility</p:attrName>
                                        </p:attrNameLst>
                                      </p:cBhvr>
                                      <p:to>
                                        <p:strVal val="visible"/>
                                      </p:to>
                                    </p:set>
                                    <p:animEffect transition="in" filter="fade">
                                      <p:cBhvr>
                                        <p:cTn id="7" dur="500"/>
                                        <p:tgtEl>
                                          <p:spTgt spid="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3">
                                            <p:txEl>
                                              <p:pRg st="1" end="1"/>
                                            </p:txEl>
                                          </p:spTgt>
                                        </p:tgtEl>
                                        <p:attrNameLst>
                                          <p:attrName>style.visibility</p:attrName>
                                        </p:attrNameLst>
                                      </p:cBhvr>
                                      <p:to>
                                        <p:strVal val="visible"/>
                                      </p:to>
                                    </p:set>
                                    <p:animEffect transition="in" filter="fade">
                                      <p:cBhvr>
                                        <p:cTn id="12" dur="500"/>
                                        <p:tgtEl>
                                          <p:spTgt spid="1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3">
                                            <p:txEl>
                                              <p:pRg st="2" end="2"/>
                                            </p:txEl>
                                          </p:spTgt>
                                        </p:tgtEl>
                                        <p:attrNameLst>
                                          <p:attrName>style.visibility</p:attrName>
                                        </p:attrNameLst>
                                      </p:cBhvr>
                                      <p:to>
                                        <p:strVal val="visible"/>
                                      </p:to>
                                    </p:set>
                                    <p:animEffect transition="in" filter="fade">
                                      <p:cBhvr>
                                        <p:cTn id="17" dur="500"/>
                                        <p:tgtEl>
                                          <p:spTgt spid="1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3">
                                            <p:txEl>
                                              <p:pRg st="3" end="3"/>
                                            </p:txEl>
                                          </p:spTgt>
                                        </p:tgtEl>
                                        <p:attrNameLst>
                                          <p:attrName>style.visibility</p:attrName>
                                        </p:attrNameLst>
                                      </p:cBhvr>
                                      <p:to>
                                        <p:strVal val="visible"/>
                                      </p:to>
                                    </p:set>
                                    <p:animEffect transition="in" filter="fade">
                                      <p:cBhvr>
                                        <p:cTn id="22" dur="500"/>
                                        <p:tgtEl>
                                          <p:spTgt spid="1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3">
                                            <p:txEl>
                                              <p:pRg st="4" end="4"/>
                                            </p:txEl>
                                          </p:spTgt>
                                        </p:tgtEl>
                                        <p:attrNameLst>
                                          <p:attrName>style.visibility</p:attrName>
                                        </p:attrNameLst>
                                      </p:cBhvr>
                                      <p:to>
                                        <p:strVal val="visible"/>
                                      </p:to>
                                    </p:set>
                                    <p:animEffect transition="in" filter="fade">
                                      <p:cBhvr>
                                        <p:cTn id="27" dur="500"/>
                                        <p:tgtEl>
                                          <p:spTgt spid="12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3">
                                            <p:txEl>
                                              <p:pRg st="5" end="5"/>
                                            </p:txEl>
                                          </p:spTgt>
                                        </p:tgtEl>
                                        <p:attrNameLst>
                                          <p:attrName>style.visibility</p:attrName>
                                        </p:attrNameLst>
                                      </p:cBhvr>
                                      <p:to>
                                        <p:strVal val="visible"/>
                                      </p:to>
                                    </p:set>
                                    <p:animEffect transition="in" filter="fade">
                                      <p:cBhvr>
                                        <p:cTn id="32" dur="500"/>
                                        <p:tgtEl>
                                          <p:spTgt spid="12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3">
                                            <p:txEl>
                                              <p:pRg st="6" end="6"/>
                                            </p:txEl>
                                          </p:spTgt>
                                        </p:tgtEl>
                                        <p:attrNameLst>
                                          <p:attrName>style.visibility</p:attrName>
                                        </p:attrNameLst>
                                      </p:cBhvr>
                                      <p:to>
                                        <p:strVal val="visible"/>
                                      </p:to>
                                    </p:set>
                                    <p:animEffect transition="in" filter="fade">
                                      <p:cBhvr>
                                        <p:cTn id="37" dur="500"/>
                                        <p:tgtEl>
                                          <p:spTgt spid="12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23">
                                            <p:txEl>
                                              <p:pRg st="7" end="7"/>
                                            </p:txEl>
                                          </p:spTgt>
                                        </p:tgtEl>
                                        <p:attrNameLst>
                                          <p:attrName>style.visibility</p:attrName>
                                        </p:attrNameLst>
                                      </p:cBhvr>
                                      <p:to>
                                        <p:strVal val="visible"/>
                                      </p:to>
                                    </p:set>
                                    <p:animEffect transition="in" filter="fade">
                                      <p:cBhvr>
                                        <p:cTn id="42" dur="500"/>
                                        <p:tgtEl>
                                          <p:spTgt spid="12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1"/>
        <p:cNvGrpSpPr/>
        <p:nvPr/>
      </p:nvGrpSpPr>
      <p:grpSpPr>
        <a:xfrm>
          <a:off x="0" y="0"/>
          <a:ext cx="0" cy="0"/>
          <a:chOff x="0" y="0"/>
          <a:chExt cx="0" cy="0"/>
        </a:xfrm>
      </p:grpSpPr>
      <p:sp>
        <p:nvSpPr>
          <p:cNvPr id="42" name="Google Shape;42;p10"/>
          <p:cNvSpPr/>
          <p:nvPr/>
        </p:nvSpPr>
        <p:spPr>
          <a:xfrm>
            <a:off x="10943219" y="0"/>
            <a:ext cx="7548981" cy="6858000"/>
          </a:xfrm>
          <a:custGeom>
            <a:avLst/>
            <a:gdLst/>
            <a:ahLst/>
            <a:cxnLst/>
            <a:rect l="l" t="t" r="r" b="b"/>
            <a:pathLst>
              <a:path w="11323471" h="10287000" extrusionOk="0">
                <a:moveTo>
                  <a:pt x="0" y="0"/>
                </a:moveTo>
                <a:lnTo>
                  <a:pt x="11323471" y="0"/>
                </a:lnTo>
                <a:lnTo>
                  <a:pt x="11323471" y="10287000"/>
                </a:lnTo>
                <a:lnTo>
                  <a:pt x="0" y="10287000"/>
                </a:lnTo>
                <a:lnTo>
                  <a:pt x="0" y="0"/>
                </a:lnTo>
                <a:close/>
              </a:path>
            </a:pathLst>
          </a:custGeom>
          <a:blipFill rotWithShape="1">
            <a:blip r:embed="rId3"/>
            <a:stretch>
              <a:fillRect t="-8702" r="-6658" b="-8702"/>
            </a:stretch>
          </a:blipFill>
          <a:ln>
            <a:noFill/>
          </a:ln>
        </p:spPr>
      </p:sp>
      <p:grpSp>
        <p:nvGrpSpPr>
          <p:cNvPr id="44" name="Google Shape;44;p10"/>
          <p:cNvGrpSpPr/>
          <p:nvPr/>
        </p:nvGrpSpPr>
        <p:grpSpPr>
          <a:xfrm>
            <a:off x="4862338" y="738664"/>
            <a:ext cx="2057413" cy="2177908"/>
            <a:chOff x="0" y="-47625"/>
            <a:chExt cx="812800" cy="860425"/>
          </a:xfrm>
        </p:grpSpPr>
        <p:sp>
          <p:nvSpPr>
            <p:cNvPr id="45" name="Google Shape;45;p10"/>
            <p:cNvSpPr/>
            <p:nvPr/>
          </p:nvSpPr>
          <p:spPr>
            <a:xfrm>
              <a:off x="0" y="0"/>
              <a:ext cx="812800" cy="42302"/>
            </a:xfrm>
            <a:custGeom>
              <a:avLst/>
              <a:gdLst/>
              <a:ahLst/>
              <a:cxnLst/>
              <a:rect l="l" t="t" r="r" b="b"/>
              <a:pathLst>
                <a:path w="812800" h="42302" extrusionOk="0">
                  <a:moveTo>
                    <a:pt x="0" y="0"/>
                  </a:moveTo>
                  <a:lnTo>
                    <a:pt x="812800" y="0"/>
                  </a:lnTo>
                  <a:lnTo>
                    <a:pt x="812800" y="42302"/>
                  </a:lnTo>
                  <a:lnTo>
                    <a:pt x="0" y="42302"/>
                  </a:lnTo>
                  <a:close/>
                </a:path>
              </a:pathLst>
            </a:custGeom>
            <a:solidFill>
              <a:srgbClr val="2D5B8F"/>
            </a:solidFill>
            <a:ln>
              <a:noFill/>
            </a:ln>
          </p:spPr>
        </p:sp>
        <p:sp>
          <p:nvSpPr>
            <p:cNvPr id="46" name="Google Shape;46;p10"/>
            <p:cNvSpPr txBox="1"/>
            <p:nvPr/>
          </p:nvSpPr>
          <p:spPr>
            <a:xfrm>
              <a:off x="0" y="-47625"/>
              <a:ext cx="812800" cy="860425"/>
            </a:xfrm>
            <a:prstGeom prst="rect">
              <a:avLst/>
            </a:prstGeom>
            <a:noFill/>
            <a:ln>
              <a:noFill/>
            </a:ln>
          </p:spPr>
          <p:txBody>
            <a:bodyPr spcFirstLastPara="1" wrap="square" lIns="33867" tIns="33867" rIns="33867" bIns="33867" anchor="ctr" anchorCtr="0">
              <a:noAutofit/>
            </a:bodyPr>
            <a:lstStyle/>
            <a:p>
              <a:pPr algn="ctr">
                <a:lnSpc>
                  <a:spcPct val="187000"/>
                </a:lnSpc>
              </a:pPr>
              <a:endParaRPr sz="1200">
                <a:solidFill>
                  <a:schemeClr val="dk1"/>
                </a:solidFill>
                <a:latin typeface="Calibri" panose="020F0502020204030204"/>
                <a:ea typeface="Calibri" panose="020F0502020204030204"/>
                <a:cs typeface="Calibri" panose="020F0502020204030204"/>
                <a:sym typeface="Calibri" panose="020F0502020204030204"/>
              </a:endParaRPr>
            </a:p>
          </p:txBody>
        </p:sp>
      </p:grpSp>
      <p:grpSp>
        <p:nvGrpSpPr>
          <p:cNvPr id="47" name="Google Shape;47;p10"/>
          <p:cNvGrpSpPr/>
          <p:nvPr/>
        </p:nvGrpSpPr>
        <p:grpSpPr>
          <a:xfrm flipH="1">
            <a:off x="3837951" y="0"/>
            <a:ext cx="3715650" cy="738664"/>
            <a:chOff x="0" y="-359507"/>
            <a:chExt cx="5187739" cy="1477330"/>
          </a:xfrm>
        </p:grpSpPr>
        <p:sp>
          <p:nvSpPr>
            <p:cNvPr id="48" name="Google Shape;48;p10"/>
            <p:cNvSpPr txBox="1"/>
            <p:nvPr/>
          </p:nvSpPr>
          <p:spPr>
            <a:xfrm>
              <a:off x="539239" y="-359507"/>
              <a:ext cx="4648500" cy="1477330"/>
            </a:xfrm>
            <a:prstGeom prst="rect">
              <a:avLst/>
            </a:prstGeom>
            <a:noFill/>
            <a:ln>
              <a:noFill/>
            </a:ln>
          </p:spPr>
          <p:txBody>
            <a:bodyPr spcFirstLastPara="1" wrap="square" lIns="0" tIns="0" rIns="0" bIns="0" anchor="t" anchorCtr="0">
              <a:spAutoFit/>
            </a:bodyPr>
            <a:lstStyle/>
            <a:p>
              <a:r>
                <a:rPr lang="fa-IR" sz="4800" dirty="0">
                  <a:solidFill>
                    <a:schemeClr val="accent3"/>
                  </a:solidFill>
                  <a:cs typeface="B Titr" panose="00000700000000000000" pitchFamily="2" charset="-78"/>
                  <a:sym typeface="PT Serif" panose="020A0603040505020204"/>
                </a:rPr>
                <a:t>تبدیل دیجیتال</a:t>
              </a:r>
              <a:endParaRPr lang="en-US" sz="4800" dirty="0">
                <a:solidFill>
                  <a:schemeClr val="accent3"/>
                </a:solidFill>
                <a:cs typeface="B Titr" panose="00000700000000000000" pitchFamily="2" charset="-78"/>
                <a:sym typeface="PT Serif" panose="020A0603040505020204"/>
              </a:endParaRPr>
            </a:p>
          </p:txBody>
        </p:sp>
        <p:sp>
          <p:nvSpPr>
            <p:cNvPr id="49" name="Google Shape;49;p10"/>
            <p:cNvSpPr/>
            <p:nvPr/>
          </p:nvSpPr>
          <p:spPr>
            <a:xfrm>
              <a:off x="0" y="57219"/>
              <a:ext cx="612216" cy="612216"/>
            </a:xfrm>
            <a:custGeom>
              <a:avLst/>
              <a:gdLst/>
              <a:ahLst/>
              <a:cxnLst/>
              <a:rect l="l" t="t" r="r" b="b"/>
              <a:pathLst>
                <a:path w="612216" h="612216" extrusionOk="0">
                  <a:moveTo>
                    <a:pt x="0" y="0"/>
                  </a:moveTo>
                  <a:lnTo>
                    <a:pt x="612216" y="0"/>
                  </a:lnTo>
                  <a:lnTo>
                    <a:pt x="612216" y="612216"/>
                  </a:lnTo>
                  <a:lnTo>
                    <a:pt x="0" y="612216"/>
                  </a:lnTo>
                  <a:lnTo>
                    <a:pt x="0" y="0"/>
                  </a:lnTo>
                  <a:close/>
                </a:path>
              </a:pathLst>
            </a:custGeom>
            <a:blipFill rotWithShape="1">
              <a:blip r:embed="rId4"/>
              <a:stretch>
                <a:fillRect/>
              </a:stretch>
            </a:blipFill>
            <a:ln>
              <a:noFill/>
            </a:ln>
          </p:spPr>
        </p:sp>
      </p:grpSp>
      <p:sp>
        <p:nvSpPr>
          <p:cNvPr id="50" name="Google Shape;50;p10"/>
          <p:cNvSpPr txBox="1"/>
          <p:nvPr/>
        </p:nvSpPr>
        <p:spPr>
          <a:xfrm>
            <a:off x="756151" y="1086835"/>
            <a:ext cx="6163600" cy="2215991"/>
          </a:xfrm>
          <a:prstGeom prst="rect">
            <a:avLst/>
          </a:prstGeom>
          <a:noFill/>
          <a:ln>
            <a:noFill/>
          </a:ln>
        </p:spPr>
        <p:txBody>
          <a:bodyPr spcFirstLastPara="1" wrap="square" lIns="0" tIns="0" rIns="0" bIns="0" anchor="t" anchorCtr="0">
            <a:spAutoFit/>
          </a:bodyPr>
          <a:lstStyle/>
          <a:p>
            <a:pPr algn="r">
              <a:lnSpc>
                <a:spcPct val="150000"/>
              </a:lnSpc>
            </a:pPr>
            <a:r>
              <a:rPr lang="fa-IR" sz="2400" dirty="0">
                <a:solidFill>
                  <a:srgbClr val="FFFFFF"/>
                </a:solidFill>
                <a:latin typeface="Archivo Black" panose="020B0A03020202020B04"/>
                <a:ea typeface="Archivo Black" panose="020B0A03020202020B04"/>
                <a:cs typeface="B Titr" panose="00000700000000000000" pitchFamily="2" charset="-78"/>
                <a:sym typeface="Archivo Black" panose="020B0A03020202020B04"/>
              </a:rPr>
              <a:t>1_ مفهوم تبدیل دیجیتال</a:t>
            </a:r>
          </a:p>
          <a:p>
            <a:pPr algn="r">
              <a:lnSpc>
                <a:spcPct val="150000"/>
              </a:lnSpc>
            </a:pPr>
            <a:r>
              <a:rPr lang="fa-IR" sz="2400" dirty="0">
                <a:solidFill>
                  <a:srgbClr val="FFFFFF"/>
                </a:solidFill>
                <a:latin typeface="Archivo Black" panose="020B0A03020202020B04"/>
                <a:ea typeface="Archivo Black" panose="020B0A03020202020B04"/>
                <a:cs typeface="B Titr" panose="00000700000000000000" pitchFamily="2" charset="-78"/>
                <a:sym typeface="Archivo Black" panose="020B0A03020202020B04"/>
              </a:rPr>
              <a:t>2_ انواع سیگنال </a:t>
            </a:r>
          </a:p>
          <a:p>
            <a:pPr algn="r">
              <a:lnSpc>
                <a:spcPct val="150000"/>
              </a:lnSpc>
            </a:pPr>
            <a:r>
              <a:rPr lang="fa-IR" sz="2400" dirty="0">
                <a:solidFill>
                  <a:srgbClr val="FFFFFF"/>
                </a:solidFill>
                <a:latin typeface="Archivo Black" panose="020B0A03020202020B04"/>
                <a:ea typeface="Archivo Black" panose="020B0A03020202020B04"/>
                <a:cs typeface="B Titr" panose="00000700000000000000" pitchFamily="2" charset="-78"/>
                <a:sym typeface="Archivo Black" panose="020B0A03020202020B04"/>
              </a:rPr>
              <a:t>3_ کاربرد تبدیل دیجیتال در تلویزیون</a:t>
            </a:r>
          </a:p>
          <a:p>
            <a:pPr algn="r">
              <a:lnSpc>
                <a:spcPct val="150000"/>
              </a:lnSpc>
            </a:pPr>
            <a:r>
              <a:rPr lang="fa-IR" sz="2400" dirty="0">
                <a:solidFill>
                  <a:srgbClr val="FFFFFF"/>
                </a:solidFill>
                <a:latin typeface="Archivo Black" panose="020B0A03020202020B04"/>
                <a:ea typeface="Archivo Black" panose="020B0A03020202020B04"/>
                <a:cs typeface="B Titr" panose="00000700000000000000" pitchFamily="2" charset="-78"/>
                <a:sym typeface="Archivo Black" panose="020B0A03020202020B04"/>
              </a:rPr>
              <a:t>4_ وضوح تصویر تلویزیون</a:t>
            </a:r>
            <a:endParaRPr lang="en-US" sz="2400" dirty="0">
              <a:solidFill>
                <a:srgbClr val="FFFFFF"/>
              </a:solidFill>
              <a:latin typeface="Archivo Black" panose="020B0A03020202020B04"/>
              <a:ea typeface="Archivo Black" panose="020B0A03020202020B04"/>
              <a:cs typeface="B Titr" panose="00000700000000000000" pitchFamily="2" charset="-78"/>
              <a:sym typeface="Archivo Black" panose="020B0A03020202020B04"/>
            </a:endParaRPr>
          </a:p>
        </p:txBody>
      </p:sp>
      <p:pic>
        <p:nvPicPr>
          <p:cNvPr id="52" name="Google Shape;52;p10"/>
          <p:cNvPicPr preferRelativeResize="0"/>
          <p:nvPr/>
        </p:nvPicPr>
        <p:blipFill>
          <a:blip r:embed="rId5"/>
          <a:stretch>
            <a:fillRect/>
          </a:stretch>
        </p:blipFill>
        <p:spPr>
          <a:xfrm>
            <a:off x="6919751" y="0"/>
            <a:ext cx="6054151" cy="7019450"/>
          </a:xfrm>
          <a:prstGeom prst="rect">
            <a:avLst/>
          </a:prstGeom>
          <a:noFill/>
          <a:ln>
            <a:noFill/>
          </a:ln>
        </p:spPr>
      </p:pic>
      <p:pic>
        <p:nvPicPr>
          <p:cNvPr id="4" name="Picture 3">
            <a:extLst>
              <a:ext uri="{FF2B5EF4-FFF2-40B4-BE49-F238E27FC236}">
                <a16:creationId xmlns:a16="http://schemas.microsoft.com/office/drawing/2014/main" id="{4F4425CF-5BCC-BD74-24C0-F1CD687ADB9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40360" y="3443932"/>
            <a:ext cx="5554239" cy="3127791"/>
          </a:xfrm>
          <a:prstGeom prst="rect">
            <a:avLst/>
          </a:prstGeom>
          <a:ln>
            <a:noFill/>
          </a:ln>
          <a:effectLst>
            <a:softEdge rad="112500"/>
          </a:effectLst>
        </p:spPr>
      </p:pic>
      <p:sp>
        <p:nvSpPr>
          <p:cNvPr id="3" name="TextBox 2">
            <a:extLst>
              <a:ext uri="{FF2B5EF4-FFF2-40B4-BE49-F238E27FC236}">
                <a16:creationId xmlns:a16="http://schemas.microsoft.com/office/drawing/2014/main" id="{B9958BE8-7F4E-F03E-6D2F-73940A314148}"/>
              </a:ext>
            </a:extLst>
          </p:cNvPr>
          <p:cNvSpPr txBox="1"/>
          <p:nvPr/>
        </p:nvSpPr>
        <p:spPr>
          <a:xfrm>
            <a:off x="0" y="6518832"/>
            <a:ext cx="9248360" cy="261610"/>
          </a:xfrm>
          <a:prstGeom prst="rect">
            <a:avLst/>
          </a:prstGeom>
          <a:noFill/>
        </p:spPr>
        <p:txBody>
          <a:bodyPr wrap="square">
            <a:spAutoFit/>
          </a:bodyPr>
          <a:lstStyle/>
          <a:p>
            <a:r>
              <a:rPr lang="en-US" sz="1100" dirty="0">
                <a:solidFill>
                  <a:schemeClr val="accent5"/>
                </a:solidFill>
              </a:rPr>
              <a:t>Presented by Iliya Jafari</a:t>
            </a:r>
          </a:p>
        </p:txBody>
      </p:sp>
      <p:sp>
        <p:nvSpPr>
          <p:cNvPr id="6" name="TextBox 5">
            <a:extLst>
              <a:ext uri="{FF2B5EF4-FFF2-40B4-BE49-F238E27FC236}">
                <a16:creationId xmlns:a16="http://schemas.microsoft.com/office/drawing/2014/main" id="{23BD7772-3561-898F-4A89-EAE649528A9E}"/>
              </a:ext>
            </a:extLst>
          </p:cNvPr>
          <p:cNvSpPr txBox="1"/>
          <p:nvPr/>
        </p:nvSpPr>
        <p:spPr>
          <a:xfrm>
            <a:off x="6319039" y="6502776"/>
            <a:ext cx="9248360" cy="276999"/>
          </a:xfrm>
          <a:prstGeom prst="rect">
            <a:avLst/>
          </a:prstGeom>
          <a:noFill/>
        </p:spPr>
        <p:txBody>
          <a:bodyPr wrap="square">
            <a:spAutoFit/>
          </a:bodyPr>
          <a:lstStyle/>
          <a:p>
            <a:r>
              <a:rPr lang="en-US" sz="1200" dirty="0">
                <a:solidFill>
                  <a:schemeClr val="bg1"/>
                </a:solidFill>
              </a:rPr>
              <a:t>Book p.</a:t>
            </a:r>
            <a:r>
              <a:rPr lang="fa-IR" sz="1200" dirty="0">
                <a:solidFill>
                  <a:schemeClr val="bg1"/>
                </a:solidFill>
              </a:rPr>
              <a:t>37</a:t>
            </a:r>
            <a:endParaRPr lang="en-US" sz="12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
                                            <p:txEl>
                                              <p:pRg st="0" end="0"/>
                                            </p:txEl>
                                          </p:spTgt>
                                        </p:tgtEl>
                                        <p:attrNameLst>
                                          <p:attrName>style.visibility</p:attrName>
                                        </p:attrNameLst>
                                      </p:cBhvr>
                                      <p:to>
                                        <p:strVal val="visible"/>
                                      </p:to>
                                    </p:set>
                                    <p:animEffect transition="in" filter="fade">
                                      <p:cBhvr>
                                        <p:cTn id="7" dur="500"/>
                                        <p:tgtEl>
                                          <p:spTgt spid="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0">
                                            <p:txEl>
                                              <p:pRg st="1" end="1"/>
                                            </p:txEl>
                                          </p:spTgt>
                                        </p:tgtEl>
                                        <p:attrNameLst>
                                          <p:attrName>style.visibility</p:attrName>
                                        </p:attrNameLst>
                                      </p:cBhvr>
                                      <p:to>
                                        <p:strVal val="visible"/>
                                      </p:to>
                                    </p:set>
                                    <p:animEffect transition="in" filter="fade">
                                      <p:cBhvr>
                                        <p:cTn id="12" dur="500"/>
                                        <p:tgtEl>
                                          <p:spTgt spid="5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0">
                                            <p:txEl>
                                              <p:pRg st="2" end="2"/>
                                            </p:txEl>
                                          </p:spTgt>
                                        </p:tgtEl>
                                        <p:attrNameLst>
                                          <p:attrName>style.visibility</p:attrName>
                                        </p:attrNameLst>
                                      </p:cBhvr>
                                      <p:to>
                                        <p:strVal val="visible"/>
                                      </p:to>
                                    </p:set>
                                    <p:animEffect transition="in" filter="fade">
                                      <p:cBhvr>
                                        <p:cTn id="17" dur="500"/>
                                        <p:tgtEl>
                                          <p:spTgt spid="5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xEl>
                                              <p:pRg st="3" end="3"/>
                                            </p:txEl>
                                          </p:spTgt>
                                        </p:tgtEl>
                                        <p:attrNameLst>
                                          <p:attrName>style.visibility</p:attrName>
                                        </p:attrNameLst>
                                      </p:cBhvr>
                                      <p:to>
                                        <p:strVal val="visible"/>
                                      </p:to>
                                    </p:set>
                                    <p:animEffect transition="in" filter="fade">
                                      <p:cBhvr>
                                        <p:cTn id="22" dur="500"/>
                                        <p:tgtEl>
                                          <p:spTgt spid="5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1000"/>
                                        <p:tgtEl>
                                          <p:spTgt spid="4"/>
                                        </p:tgtEl>
                                      </p:cBhvr>
                                    </p:animEffect>
                                    <p:anim calcmode="lin" valueType="num">
                                      <p:cBhvr>
                                        <p:cTn id="28" dur="1000" fill="hold"/>
                                        <p:tgtEl>
                                          <p:spTgt spid="4"/>
                                        </p:tgtEl>
                                        <p:attrNameLst>
                                          <p:attrName>ppt_x</p:attrName>
                                        </p:attrNameLst>
                                      </p:cBhvr>
                                      <p:tavLst>
                                        <p:tav tm="0">
                                          <p:val>
                                            <p:strVal val="#ppt_x"/>
                                          </p:val>
                                        </p:tav>
                                        <p:tav tm="100000">
                                          <p:val>
                                            <p:strVal val="#ppt_x"/>
                                          </p:val>
                                        </p:tav>
                                      </p:tavLst>
                                    </p:anim>
                                    <p:anim calcmode="lin" valueType="num">
                                      <p:cBhvr>
                                        <p:cTn id="2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4"/>
          <p:cNvSpPr/>
          <p:nvPr/>
        </p:nvSpPr>
        <p:spPr>
          <a:xfrm rot="5400000">
            <a:off x="4251848" y="-4251848"/>
            <a:ext cx="3688304" cy="12192000"/>
          </a:xfrm>
          <a:custGeom>
            <a:avLst/>
            <a:gdLst/>
            <a:ahLst/>
            <a:cxnLst/>
            <a:rect l="l" t="t" r="r" b="b"/>
            <a:pathLst>
              <a:path w="5532456" h="18288000" extrusionOk="0">
                <a:moveTo>
                  <a:pt x="0" y="0"/>
                </a:moveTo>
                <a:lnTo>
                  <a:pt x="5532456" y="0"/>
                </a:lnTo>
                <a:lnTo>
                  <a:pt x="5532456" y="18288000"/>
                </a:lnTo>
                <a:lnTo>
                  <a:pt x="0" y="18288000"/>
                </a:lnTo>
                <a:lnTo>
                  <a:pt x="0" y="0"/>
                </a:lnTo>
                <a:close/>
              </a:path>
            </a:pathLst>
          </a:custGeom>
          <a:blipFill rotWithShape="1">
            <a:blip r:embed="rId3"/>
            <a:stretch>
              <a:fillRect l="-25549" r="-205008"/>
            </a:stretch>
          </a:blipFill>
          <a:ln>
            <a:noFill/>
          </a:ln>
        </p:spPr>
      </p:sp>
      <p:grpSp>
        <p:nvGrpSpPr>
          <p:cNvPr id="116" name="Google Shape;116;p14"/>
          <p:cNvGrpSpPr/>
          <p:nvPr/>
        </p:nvGrpSpPr>
        <p:grpSpPr>
          <a:xfrm rot="-5400000">
            <a:off x="3746566" y="-4730793"/>
            <a:ext cx="4588790" cy="12302084"/>
            <a:chOff x="0" y="-47625"/>
            <a:chExt cx="1812855" cy="4860082"/>
          </a:xfrm>
        </p:grpSpPr>
        <p:sp>
          <p:nvSpPr>
            <p:cNvPr id="117" name="Google Shape;117;p14"/>
            <p:cNvSpPr/>
            <p:nvPr/>
          </p:nvSpPr>
          <p:spPr>
            <a:xfrm>
              <a:off x="0" y="0"/>
              <a:ext cx="1812855" cy="4812457"/>
            </a:xfrm>
            <a:custGeom>
              <a:avLst/>
              <a:gdLst/>
              <a:ahLst/>
              <a:cxnLst/>
              <a:rect l="l" t="t" r="r" b="b"/>
              <a:pathLst>
                <a:path w="1812855" h="4812457" extrusionOk="0">
                  <a:moveTo>
                    <a:pt x="0" y="0"/>
                  </a:moveTo>
                  <a:lnTo>
                    <a:pt x="1812855" y="0"/>
                  </a:lnTo>
                  <a:lnTo>
                    <a:pt x="1812855" y="4812457"/>
                  </a:lnTo>
                  <a:lnTo>
                    <a:pt x="0" y="4812457"/>
                  </a:lnTo>
                  <a:close/>
                </a:path>
              </a:pathLst>
            </a:custGeom>
            <a:gradFill>
              <a:gsLst>
                <a:gs pos="0">
                  <a:srgbClr val="0F1A38"/>
                </a:gs>
                <a:gs pos="50000">
                  <a:srgbClr val="0F1A38"/>
                </a:gs>
                <a:gs pos="100000">
                  <a:srgbClr val="0F1A38">
                    <a:alpha val="0"/>
                  </a:srgbClr>
                </a:gs>
              </a:gsLst>
              <a:lin ang="0" scaled="0"/>
            </a:gradFill>
            <a:ln>
              <a:noFill/>
            </a:ln>
          </p:spPr>
        </p:sp>
        <p:sp>
          <p:nvSpPr>
            <p:cNvPr id="118" name="Google Shape;118;p14"/>
            <p:cNvSpPr txBox="1"/>
            <p:nvPr/>
          </p:nvSpPr>
          <p:spPr>
            <a:xfrm>
              <a:off x="0" y="-47625"/>
              <a:ext cx="812800" cy="860425"/>
            </a:xfrm>
            <a:prstGeom prst="rect">
              <a:avLst/>
            </a:prstGeom>
            <a:noFill/>
            <a:ln>
              <a:noFill/>
            </a:ln>
          </p:spPr>
          <p:txBody>
            <a:bodyPr spcFirstLastPara="1" wrap="square" lIns="33867" tIns="33867" rIns="33867" bIns="33867" anchor="ctr" anchorCtr="0">
              <a:noAutofit/>
            </a:bodyPr>
            <a:lstStyle/>
            <a:p>
              <a:pPr algn="ctr">
                <a:lnSpc>
                  <a:spcPct val="187000"/>
                </a:lnSpc>
              </a:pPr>
              <a:endParaRPr sz="12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122" name="Google Shape;122;p14"/>
          <p:cNvSpPr txBox="1"/>
          <p:nvPr/>
        </p:nvSpPr>
        <p:spPr>
          <a:xfrm>
            <a:off x="910176" y="259906"/>
            <a:ext cx="10371600" cy="960263"/>
          </a:xfrm>
          <a:prstGeom prst="rect">
            <a:avLst/>
          </a:prstGeom>
          <a:noFill/>
          <a:ln>
            <a:noFill/>
          </a:ln>
        </p:spPr>
        <p:txBody>
          <a:bodyPr spcFirstLastPara="1" wrap="square" lIns="0" tIns="0" rIns="0" bIns="0" anchor="t" anchorCtr="0">
            <a:spAutoFit/>
          </a:bodyPr>
          <a:lstStyle/>
          <a:p>
            <a:pPr algn="ctr">
              <a:lnSpc>
                <a:spcPct val="120000"/>
              </a:lnSpc>
            </a:pPr>
            <a:r>
              <a:rPr lang="fa-IR" sz="5200" dirty="0">
                <a:solidFill>
                  <a:srgbClr val="71CBEF"/>
                </a:solidFill>
                <a:latin typeface="Archivo Black" panose="020B0A03020202020B04"/>
                <a:ea typeface="Archivo Black" panose="020B0A03020202020B04"/>
                <a:cs typeface="B Titr" panose="00000700000000000000" pitchFamily="2" charset="-78"/>
                <a:sym typeface="Archivo Black" panose="020B0A03020202020B04"/>
              </a:rPr>
              <a:t>سه نوع منبع سیگنال</a:t>
            </a:r>
            <a:endParaRPr lang="en-US" sz="5200" dirty="0">
              <a:solidFill>
                <a:srgbClr val="71CBEF"/>
              </a:solidFill>
              <a:latin typeface="Archivo Black" panose="020B0A03020202020B04"/>
              <a:ea typeface="Archivo Black" panose="020B0A03020202020B04"/>
              <a:cs typeface="B Titr" panose="00000700000000000000" pitchFamily="2" charset="-78"/>
              <a:sym typeface="Archivo Black" panose="020B0A03020202020B04"/>
            </a:endParaRPr>
          </a:p>
        </p:txBody>
      </p:sp>
      <p:sp>
        <p:nvSpPr>
          <p:cNvPr id="123" name="Google Shape;123;p14"/>
          <p:cNvSpPr txBox="1"/>
          <p:nvPr/>
        </p:nvSpPr>
        <p:spPr>
          <a:xfrm>
            <a:off x="552471" y="4905154"/>
            <a:ext cx="3030797" cy="933461"/>
          </a:xfrm>
          <a:prstGeom prst="rect">
            <a:avLst/>
          </a:prstGeom>
          <a:noFill/>
          <a:ln>
            <a:noFill/>
          </a:ln>
        </p:spPr>
        <p:txBody>
          <a:bodyPr spcFirstLastPara="1" wrap="square" lIns="0" tIns="0" rIns="0" bIns="0" anchor="t" anchorCtr="0">
            <a:spAutoFit/>
          </a:bodyPr>
          <a:lstStyle/>
          <a:p>
            <a:pPr algn="ctr">
              <a:lnSpc>
                <a:spcPct val="130000"/>
              </a:lnSpc>
            </a:pPr>
            <a:r>
              <a:rPr lang="fa-IR" sz="2333" dirty="0">
                <a:solidFill>
                  <a:srgbClr val="FFFFFF"/>
                </a:solidFill>
                <a:latin typeface="Arial" panose="020B0604020202020204"/>
                <a:ea typeface="Arial" panose="020B0604020202020204"/>
                <a:cs typeface="B Titr" panose="00000700000000000000" pitchFamily="2" charset="-78"/>
                <a:sym typeface="Arial" panose="020B0604020202020204"/>
              </a:rPr>
              <a:t>تلفن</a:t>
            </a:r>
          </a:p>
          <a:p>
            <a:pPr algn="ctr">
              <a:lnSpc>
                <a:spcPct val="130000"/>
              </a:lnSpc>
            </a:pPr>
            <a:r>
              <a:rPr lang="fa-IR" sz="2333" dirty="0">
                <a:solidFill>
                  <a:srgbClr val="FFFFFF"/>
                </a:solidFill>
                <a:latin typeface="Arial" panose="020B0604020202020204"/>
                <a:ea typeface="Arial" panose="020B0604020202020204"/>
                <a:cs typeface="B Titr" panose="00000700000000000000" pitchFamily="2" charset="-78"/>
                <a:sym typeface="Arial" panose="020B0604020202020204"/>
              </a:rPr>
              <a:t>نوع سیگنال : صوتی</a:t>
            </a:r>
            <a:endParaRPr lang="en-US" sz="2333" dirty="0">
              <a:solidFill>
                <a:srgbClr val="FFFFFF"/>
              </a:solidFill>
              <a:latin typeface="Arial" panose="020B0604020202020204"/>
              <a:ea typeface="Arial" panose="020B0604020202020204"/>
              <a:cs typeface="B Titr" panose="00000700000000000000" pitchFamily="2" charset="-78"/>
              <a:sym typeface="Arial" panose="020B0604020202020204"/>
            </a:endParaRPr>
          </a:p>
        </p:txBody>
      </p:sp>
      <p:sp>
        <p:nvSpPr>
          <p:cNvPr id="3" name="Google Shape;123;p14">
            <a:extLst>
              <a:ext uri="{FF2B5EF4-FFF2-40B4-BE49-F238E27FC236}">
                <a16:creationId xmlns:a16="http://schemas.microsoft.com/office/drawing/2014/main" id="{108BBCFB-3F2A-2380-2A3B-89CFF201C787}"/>
              </a:ext>
            </a:extLst>
          </p:cNvPr>
          <p:cNvSpPr txBox="1"/>
          <p:nvPr/>
        </p:nvSpPr>
        <p:spPr>
          <a:xfrm>
            <a:off x="4392935" y="4905155"/>
            <a:ext cx="3434064" cy="933461"/>
          </a:xfrm>
          <a:prstGeom prst="rect">
            <a:avLst/>
          </a:prstGeom>
          <a:noFill/>
          <a:ln>
            <a:noFill/>
          </a:ln>
        </p:spPr>
        <p:txBody>
          <a:bodyPr spcFirstLastPara="1" wrap="square" lIns="0" tIns="0" rIns="0" bIns="0" anchor="t" anchorCtr="0">
            <a:spAutoFit/>
          </a:bodyPr>
          <a:lstStyle/>
          <a:p>
            <a:pPr algn="ctr">
              <a:lnSpc>
                <a:spcPct val="130000"/>
              </a:lnSpc>
            </a:pPr>
            <a:r>
              <a:rPr lang="fa-IR" sz="2333" dirty="0">
                <a:solidFill>
                  <a:srgbClr val="FFFFFF"/>
                </a:solidFill>
                <a:latin typeface="Arial" panose="020B0604020202020204"/>
                <a:ea typeface="Arial" panose="020B0604020202020204"/>
                <a:cs typeface="B Titr" panose="00000700000000000000" pitchFamily="2" charset="-78"/>
                <a:sym typeface="Arial" panose="020B0604020202020204"/>
              </a:rPr>
              <a:t>تلویزیون</a:t>
            </a:r>
          </a:p>
          <a:p>
            <a:pPr algn="ctr">
              <a:lnSpc>
                <a:spcPct val="130000"/>
              </a:lnSpc>
            </a:pPr>
            <a:r>
              <a:rPr lang="fa-IR" sz="2333" dirty="0">
                <a:solidFill>
                  <a:srgbClr val="FFFFFF"/>
                </a:solidFill>
                <a:latin typeface="Arial" panose="020B0604020202020204"/>
                <a:ea typeface="Arial" panose="020B0604020202020204"/>
                <a:cs typeface="B Titr" panose="00000700000000000000" pitchFamily="2" charset="-78"/>
                <a:sym typeface="Arial" panose="020B0604020202020204"/>
              </a:rPr>
              <a:t>نوع سیگنال: صوتی و تصویری</a:t>
            </a:r>
            <a:endParaRPr lang="en-US" sz="2333" dirty="0">
              <a:solidFill>
                <a:srgbClr val="FFFFFF"/>
              </a:solidFill>
              <a:latin typeface="Arial" panose="020B0604020202020204"/>
              <a:ea typeface="Arial" panose="020B0604020202020204"/>
              <a:cs typeface="B Titr" panose="00000700000000000000" pitchFamily="2" charset="-78"/>
              <a:sym typeface="Arial" panose="020B0604020202020204"/>
            </a:endParaRPr>
          </a:p>
        </p:txBody>
      </p:sp>
      <p:sp>
        <p:nvSpPr>
          <p:cNvPr id="4" name="Google Shape;123;p14">
            <a:extLst>
              <a:ext uri="{FF2B5EF4-FFF2-40B4-BE49-F238E27FC236}">
                <a16:creationId xmlns:a16="http://schemas.microsoft.com/office/drawing/2014/main" id="{4AD7C326-61FC-ED0E-B816-5EB54CB2D52E}"/>
              </a:ext>
            </a:extLst>
          </p:cNvPr>
          <p:cNvSpPr txBox="1"/>
          <p:nvPr/>
        </p:nvSpPr>
        <p:spPr>
          <a:xfrm>
            <a:off x="8636666" y="4905153"/>
            <a:ext cx="3030797" cy="933461"/>
          </a:xfrm>
          <a:prstGeom prst="rect">
            <a:avLst/>
          </a:prstGeom>
          <a:noFill/>
          <a:ln>
            <a:noFill/>
          </a:ln>
        </p:spPr>
        <p:txBody>
          <a:bodyPr spcFirstLastPara="1" wrap="square" lIns="0" tIns="0" rIns="0" bIns="0" anchor="t" anchorCtr="0">
            <a:spAutoFit/>
          </a:bodyPr>
          <a:lstStyle/>
          <a:p>
            <a:pPr algn="ctr">
              <a:lnSpc>
                <a:spcPct val="130000"/>
              </a:lnSpc>
            </a:pPr>
            <a:r>
              <a:rPr lang="fa-IR" sz="2333" dirty="0">
                <a:solidFill>
                  <a:srgbClr val="FFFFFF"/>
                </a:solidFill>
                <a:latin typeface="Arial" panose="020B0604020202020204"/>
                <a:ea typeface="Arial" panose="020B0604020202020204"/>
                <a:cs typeface="B Titr" panose="00000700000000000000" pitchFamily="2" charset="-78"/>
                <a:sym typeface="Arial" panose="020B0604020202020204"/>
              </a:rPr>
              <a:t>رایانه</a:t>
            </a:r>
          </a:p>
          <a:p>
            <a:pPr algn="ctr">
              <a:lnSpc>
                <a:spcPct val="130000"/>
              </a:lnSpc>
            </a:pPr>
            <a:r>
              <a:rPr lang="fa-IR" sz="2333" dirty="0">
                <a:solidFill>
                  <a:srgbClr val="FFFFFF"/>
                </a:solidFill>
                <a:latin typeface="Arial" panose="020B0604020202020204"/>
                <a:ea typeface="Arial" panose="020B0604020202020204"/>
                <a:cs typeface="B Titr" panose="00000700000000000000" pitchFamily="2" charset="-78"/>
                <a:sym typeface="Arial" panose="020B0604020202020204"/>
              </a:rPr>
              <a:t>نوع سیگنال: داده ای</a:t>
            </a:r>
            <a:endParaRPr lang="en-US" sz="2333" dirty="0">
              <a:solidFill>
                <a:srgbClr val="FFFFFF"/>
              </a:solidFill>
              <a:latin typeface="Arial" panose="020B0604020202020204"/>
              <a:ea typeface="Arial" panose="020B0604020202020204"/>
              <a:cs typeface="B Titr" panose="00000700000000000000" pitchFamily="2" charset="-78"/>
              <a:sym typeface="Arial" panose="020B0604020202020204"/>
            </a:endParaRPr>
          </a:p>
        </p:txBody>
      </p:sp>
      <p:pic>
        <p:nvPicPr>
          <p:cNvPr id="5" name="Picture 4">
            <a:extLst>
              <a:ext uri="{FF2B5EF4-FFF2-40B4-BE49-F238E27FC236}">
                <a16:creationId xmlns:a16="http://schemas.microsoft.com/office/drawing/2014/main" id="{533D0CFB-9B4D-7639-BE4C-84ACA76360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 y="2028153"/>
            <a:ext cx="4066334" cy="228852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6" name="Picture 5">
            <a:extLst>
              <a:ext uri="{FF2B5EF4-FFF2-40B4-BE49-F238E27FC236}">
                <a16:creationId xmlns:a16="http://schemas.microsoft.com/office/drawing/2014/main" id="{AFE6F65D-A82C-0612-E189-4ADB6BEC750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76800" y="2028153"/>
            <a:ext cx="4066335" cy="228852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a:extLst>
              <a:ext uri="{FF2B5EF4-FFF2-40B4-BE49-F238E27FC236}">
                <a16:creationId xmlns:a16="http://schemas.microsoft.com/office/drawing/2014/main" id="{4872BFA4-6ECE-699D-B2EF-BD15BDF01DE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22191" y="2032089"/>
            <a:ext cx="4059340" cy="228459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 name="TextBox 6">
            <a:extLst>
              <a:ext uri="{FF2B5EF4-FFF2-40B4-BE49-F238E27FC236}">
                <a16:creationId xmlns:a16="http://schemas.microsoft.com/office/drawing/2014/main" id="{99EB6F68-DFCA-FDCD-6AE3-CBE6926746CB}"/>
              </a:ext>
            </a:extLst>
          </p:cNvPr>
          <p:cNvSpPr txBox="1"/>
          <p:nvPr/>
        </p:nvSpPr>
        <p:spPr>
          <a:xfrm>
            <a:off x="119164" y="6467289"/>
            <a:ext cx="6152744" cy="261610"/>
          </a:xfrm>
          <a:prstGeom prst="rect">
            <a:avLst/>
          </a:prstGeom>
          <a:noFill/>
        </p:spPr>
        <p:txBody>
          <a:bodyPr wrap="square">
            <a:spAutoFit/>
          </a:bodyPr>
          <a:lstStyle/>
          <a:p>
            <a:r>
              <a:rPr lang="en-US" sz="1100" dirty="0">
                <a:solidFill>
                  <a:schemeClr val="accent5"/>
                </a:solidFill>
              </a:rPr>
              <a:t>Presented by Iliya Jafari</a:t>
            </a:r>
          </a:p>
        </p:txBody>
      </p:sp>
      <p:sp>
        <p:nvSpPr>
          <p:cNvPr id="10" name="TextBox 9">
            <a:extLst>
              <a:ext uri="{FF2B5EF4-FFF2-40B4-BE49-F238E27FC236}">
                <a16:creationId xmlns:a16="http://schemas.microsoft.com/office/drawing/2014/main" id="{EEBEC85C-CDD7-868A-48FD-E83409809FF2}"/>
              </a:ext>
            </a:extLst>
          </p:cNvPr>
          <p:cNvSpPr txBox="1"/>
          <p:nvPr/>
        </p:nvSpPr>
        <p:spPr>
          <a:xfrm>
            <a:off x="10435347" y="6427086"/>
            <a:ext cx="1637489" cy="276999"/>
          </a:xfrm>
          <a:prstGeom prst="rect">
            <a:avLst/>
          </a:prstGeom>
          <a:noFill/>
        </p:spPr>
        <p:txBody>
          <a:bodyPr wrap="square">
            <a:spAutoFit/>
          </a:bodyPr>
          <a:lstStyle/>
          <a:p>
            <a:r>
              <a:rPr lang="en-US" sz="1200" dirty="0">
                <a:solidFill>
                  <a:schemeClr val="bg1"/>
                </a:solidFill>
              </a:rPr>
              <a:t>Book p.</a:t>
            </a:r>
            <a:r>
              <a:rPr lang="fa-IR" sz="1200" dirty="0">
                <a:solidFill>
                  <a:schemeClr val="bg1"/>
                </a:solidFill>
              </a:rPr>
              <a:t>37</a:t>
            </a:r>
            <a:endParaRPr lang="en-US" sz="1200"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grpSp>
        <p:nvGrpSpPr>
          <p:cNvPr id="76" name="Google Shape;76;p12"/>
          <p:cNvGrpSpPr/>
          <p:nvPr/>
        </p:nvGrpSpPr>
        <p:grpSpPr>
          <a:xfrm>
            <a:off x="0" y="0"/>
            <a:ext cx="12192000" cy="6858000"/>
            <a:chOff x="0" y="0"/>
            <a:chExt cx="24384000" cy="13716000"/>
          </a:xfrm>
        </p:grpSpPr>
        <p:sp>
          <p:nvSpPr>
            <p:cNvPr id="77" name="Google Shape;77;p12"/>
            <p:cNvSpPr/>
            <p:nvPr/>
          </p:nvSpPr>
          <p:spPr>
            <a:xfrm rot="5400000">
              <a:off x="8503696" y="-8503696"/>
              <a:ext cx="7376608" cy="24384000"/>
            </a:xfrm>
            <a:custGeom>
              <a:avLst/>
              <a:gdLst/>
              <a:ahLst/>
              <a:cxnLst/>
              <a:rect l="l" t="t" r="r" b="b"/>
              <a:pathLst>
                <a:path w="7376608" h="24384000" extrusionOk="0">
                  <a:moveTo>
                    <a:pt x="0" y="0"/>
                  </a:moveTo>
                  <a:lnTo>
                    <a:pt x="7376608" y="0"/>
                  </a:lnTo>
                  <a:lnTo>
                    <a:pt x="7376608" y="24384000"/>
                  </a:lnTo>
                  <a:lnTo>
                    <a:pt x="0" y="24384000"/>
                  </a:lnTo>
                  <a:lnTo>
                    <a:pt x="0" y="0"/>
                  </a:lnTo>
                  <a:close/>
                </a:path>
              </a:pathLst>
            </a:custGeom>
            <a:blipFill rotWithShape="1">
              <a:blip r:embed="rId3">
                <a:alphaModFix/>
              </a:blip>
              <a:stretch>
                <a:fillRect l="-25549" r="-205008"/>
              </a:stretch>
            </a:blipFill>
            <a:ln>
              <a:noFill/>
            </a:ln>
          </p:spPr>
        </p:sp>
        <p:sp>
          <p:nvSpPr>
            <p:cNvPr id="78" name="Google Shape;78;p12"/>
            <p:cNvSpPr/>
            <p:nvPr/>
          </p:nvSpPr>
          <p:spPr>
            <a:xfrm rot="5400000" flipH="1">
              <a:off x="9022304" y="-1645696"/>
              <a:ext cx="6339392" cy="24384000"/>
            </a:xfrm>
            <a:custGeom>
              <a:avLst/>
              <a:gdLst/>
              <a:ahLst/>
              <a:cxnLst/>
              <a:rect l="l" t="t" r="r" b="b"/>
              <a:pathLst>
                <a:path w="6339392" h="24384000" extrusionOk="0">
                  <a:moveTo>
                    <a:pt x="0" y="24384000"/>
                  </a:moveTo>
                  <a:lnTo>
                    <a:pt x="6339392" y="24384000"/>
                  </a:lnTo>
                  <a:lnTo>
                    <a:pt x="6339392" y="0"/>
                  </a:lnTo>
                  <a:lnTo>
                    <a:pt x="0" y="0"/>
                  </a:lnTo>
                  <a:lnTo>
                    <a:pt x="0" y="24384000"/>
                  </a:lnTo>
                  <a:close/>
                </a:path>
              </a:pathLst>
            </a:custGeom>
            <a:blipFill rotWithShape="1">
              <a:blip r:embed="rId3">
                <a:alphaModFix/>
              </a:blip>
              <a:stretch>
                <a:fillRect l="-29728" r="-254902"/>
              </a:stretch>
            </a:blipFill>
            <a:ln>
              <a:noFill/>
            </a:ln>
          </p:spPr>
        </p:sp>
      </p:grpSp>
      <p:grpSp>
        <p:nvGrpSpPr>
          <p:cNvPr id="79" name="Google Shape;79;p12"/>
          <p:cNvGrpSpPr/>
          <p:nvPr/>
        </p:nvGrpSpPr>
        <p:grpSpPr>
          <a:xfrm>
            <a:off x="513519" y="532021"/>
            <a:ext cx="11180722" cy="5849339"/>
            <a:chOff x="0" y="-241102"/>
            <a:chExt cx="22361444" cy="11698677"/>
          </a:xfrm>
        </p:grpSpPr>
        <p:grpSp>
          <p:nvGrpSpPr>
            <p:cNvPr id="80" name="Google Shape;80;p12"/>
            <p:cNvGrpSpPr/>
            <p:nvPr/>
          </p:nvGrpSpPr>
          <p:grpSpPr>
            <a:xfrm>
              <a:off x="0" y="-241102"/>
              <a:ext cx="22361444" cy="11698677"/>
              <a:chOff x="0" y="-47625"/>
              <a:chExt cx="4417075" cy="2310850"/>
            </a:xfrm>
          </p:grpSpPr>
          <p:sp>
            <p:nvSpPr>
              <p:cNvPr id="81" name="Google Shape;81;p12"/>
              <p:cNvSpPr/>
              <p:nvPr/>
            </p:nvSpPr>
            <p:spPr>
              <a:xfrm>
                <a:off x="0" y="0"/>
                <a:ext cx="4417075" cy="2263225"/>
              </a:xfrm>
              <a:custGeom>
                <a:avLst/>
                <a:gdLst/>
                <a:ahLst/>
                <a:cxnLst/>
                <a:rect l="l" t="t" r="r" b="b"/>
                <a:pathLst>
                  <a:path w="4417075" h="2263225" extrusionOk="0">
                    <a:moveTo>
                      <a:pt x="0" y="0"/>
                    </a:moveTo>
                    <a:lnTo>
                      <a:pt x="4417075" y="0"/>
                    </a:lnTo>
                    <a:lnTo>
                      <a:pt x="4417075" y="2263225"/>
                    </a:lnTo>
                    <a:lnTo>
                      <a:pt x="0" y="2263225"/>
                    </a:lnTo>
                    <a:close/>
                  </a:path>
                </a:pathLst>
              </a:custGeom>
              <a:solidFill>
                <a:srgbClr val="0F1A38"/>
              </a:solidFill>
              <a:ln>
                <a:noFill/>
              </a:ln>
            </p:spPr>
          </p:sp>
          <p:sp>
            <p:nvSpPr>
              <p:cNvPr id="82" name="Google Shape;82;p12"/>
              <p:cNvSpPr txBox="1"/>
              <p:nvPr/>
            </p:nvSpPr>
            <p:spPr>
              <a:xfrm>
                <a:off x="0" y="-47625"/>
                <a:ext cx="812800" cy="860425"/>
              </a:xfrm>
              <a:prstGeom prst="rect">
                <a:avLst/>
              </a:prstGeom>
              <a:noFill/>
              <a:ln>
                <a:noFill/>
              </a:ln>
            </p:spPr>
            <p:txBody>
              <a:bodyPr spcFirstLastPara="1" wrap="square" lIns="33867" tIns="33867" rIns="33867" bIns="33867" anchor="ctr" anchorCtr="0">
                <a:noAutofit/>
              </a:bodyPr>
              <a:lstStyle/>
              <a:p>
                <a:pPr algn="ctr">
                  <a:lnSpc>
                    <a:spcPct val="186611"/>
                  </a:lnSpc>
                </a:pPr>
                <a:endParaRPr sz="1200">
                  <a:solidFill>
                    <a:schemeClr val="dk1"/>
                  </a:solidFill>
                  <a:latin typeface="Calibri"/>
                  <a:ea typeface="Calibri"/>
                  <a:cs typeface="Calibri"/>
                  <a:sym typeface="Calibri"/>
                </a:endParaRPr>
              </a:p>
            </p:txBody>
          </p:sp>
        </p:grpSp>
        <p:sp>
          <p:nvSpPr>
            <p:cNvPr id="84" name="Google Shape;84;p12"/>
            <p:cNvSpPr/>
            <p:nvPr/>
          </p:nvSpPr>
          <p:spPr>
            <a:xfrm>
              <a:off x="698199" y="655155"/>
              <a:ext cx="20876443" cy="10144753"/>
            </a:xfrm>
            <a:custGeom>
              <a:avLst/>
              <a:gdLst/>
              <a:ahLst/>
              <a:cxnLst/>
              <a:rect l="l" t="t" r="r" b="b"/>
              <a:pathLst>
                <a:path w="4123742" h="2003902" extrusionOk="0">
                  <a:moveTo>
                    <a:pt x="0" y="0"/>
                  </a:moveTo>
                  <a:lnTo>
                    <a:pt x="4123742" y="0"/>
                  </a:lnTo>
                  <a:lnTo>
                    <a:pt x="4123742" y="2003902"/>
                  </a:lnTo>
                  <a:lnTo>
                    <a:pt x="0" y="2003902"/>
                  </a:lnTo>
                  <a:close/>
                </a:path>
              </a:pathLst>
            </a:custGeom>
            <a:solidFill>
              <a:srgbClr val="000000">
                <a:alpha val="0"/>
              </a:srgbClr>
            </a:solidFill>
            <a:ln w="38100" cap="sq" cmpd="sng">
              <a:solidFill>
                <a:srgbClr val="71CBEF"/>
              </a:solidFill>
              <a:prstDash val="solid"/>
              <a:miter lim="8000"/>
              <a:headEnd type="none" w="sm" len="sm"/>
              <a:tailEnd type="none" w="sm" len="sm"/>
            </a:ln>
          </p:spPr>
        </p:sp>
      </p:grpSp>
      <p:sp>
        <p:nvSpPr>
          <p:cNvPr id="92" name="Google Shape;92;p12"/>
          <p:cNvSpPr txBox="1"/>
          <p:nvPr/>
        </p:nvSpPr>
        <p:spPr>
          <a:xfrm>
            <a:off x="2893218" y="1280138"/>
            <a:ext cx="6405566" cy="221599"/>
          </a:xfrm>
          <a:prstGeom prst="rect">
            <a:avLst/>
          </a:prstGeom>
          <a:noFill/>
          <a:ln>
            <a:noFill/>
          </a:ln>
        </p:spPr>
        <p:txBody>
          <a:bodyPr spcFirstLastPara="1" wrap="square" lIns="0" tIns="0" rIns="0" bIns="0" anchor="t" anchorCtr="0">
            <a:spAutoFit/>
          </a:bodyPr>
          <a:lstStyle/>
          <a:p>
            <a:pPr algn="ctr">
              <a:lnSpc>
                <a:spcPct val="120002"/>
              </a:lnSpc>
            </a:pPr>
            <a:endParaRPr sz="1200" dirty="0"/>
          </a:p>
        </p:txBody>
      </p:sp>
      <p:pic>
        <p:nvPicPr>
          <p:cNvPr id="3" name="Picture 2">
            <a:extLst>
              <a:ext uri="{FF2B5EF4-FFF2-40B4-BE49-F238E27FC236}">
                <a16:creationId xmlns:a16="http://schemas.microsoft.com/office/drawing/2014/main" id="{16585673-60CB-CDB9-E4DA-C87FD1B53977}"/>
              </a:ext>
            </a:extLst>
          </p:cNvPr>
          <p:cNvPicPr>
            <a:picLocks noChangeAspect="1"/>
          </p:cNvPicPr>
          <p:nvPr/>
        </p:nvPicPr>
        <p:blipFill>
          <a:blip r:embed="rId4"/>
          <a:stretch>
            <a:fillRect/>
          </a:stretch>
        </p:blipFill>
        <p:spPr>
          <a:xfrm>
            <a:off x="1418648" y="2256789"/>
            <a:ext cx="4466337" cy="264959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 name="Picture 4">
            <a:extLst>
              <a:ext uri="{FF2B5EF4-FFF2-40B4-BE49-F238E27FC236}">
                <a16:creationId xmlns:a16="http://schemas.microsoft.com/office/drawing/2014/main" id="{D11701AB-BB6B-AC44-AF0F-437B73626D5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92852" y="2256788"/>
            <a:ext cx="4601835" cy="258990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TextBox 5">
            <a:extLst>
              <a:ext uri="{FF2B5EF4-FFF2-40B4-BE49-F238E27FC236}">
                <a16:creationId xmlns:a16="http://schemas.microsoft.com/office/drawing/2014/main" id="{26F1F016-85BB-1302-CBA5-8C5A73A2B7FE}"/>
              </a:ext>
            </a:extLst>
          </p:cNvPr>
          <p:cNvSpPr txBox="1"/>
          <p:nvPr/>
        </p:nvSpPr>
        <p:spPr>
          <a:xfrm>
            <a:off x="3449294" y="1452493"/>
            <a:ext cx="5153349" cy="646331"/>
          </a:xfrm>
          <a:prstGeom prst="rect">
            <a:avLst/>
          </a:prstGeom>
          <a:noFill/>
        </p:spPr>
        <p:txBody>
          <a:bodyPr wrap="square" rtlCol="0">
            <a:spAutoFit/>
          </a:bodyPr>
          <a:lstStyle/>
          <a:p>
            <a:r>
              <a:rPr lang="fa-IR" sz="3600" dirty="0">
                <a:solidFill>
                  <a:schemeClr val="accent3"/>
                </a:solidFill>
                <a:cs typeface="B Titr" panose="00000700000000000000" pitchFamily="2" charset="-78"/>
              </a:rPr>
              <a:t>سیگنال های آنالوگ و دیجیتال</a:t>
            </a:r>
            <a:endParaRPr lang="en-US" sz="3600" dirty="0">
              <a:solidFill>
                <a:schemeClr val="accent3"/>
              </a:solidFill>
              <a:cs typeface="B Titr" panose="00000700000000000000" pitchFamily="2" charset="-78"/>
            </a:endParaRPr>
          </a:p>
        </p:txBody>
      </p:sp>
      <p:sp>
        <p:nvSpPr>
          <p:cNvPr id="8" name="Google Shape;84;p12">
            <a:extLst>
              <a:ext uri="{FF2B5EF4-FFF2-40B4-BE49-F238E27FC236}">
                <a16:creationId xmlns:a16="http://schemas.microsoft.com/office/drawing/2014/main" id="{90ABB475-E7AF-EE1B-9458-28BE8ED7EC08}"/>
              </a:ext>
            </a:extLst>
          </p:cNvPr>
          <p:cNvSpPr/>
          <p:nvPr/>
        </p:nvSpPr>
        <p:spPr>
          <a:xfrm>
            <a:off x="743226" y="852899"/>
            <a:ext cx="10696463" cy="5326878"/>
          </a:xfrm>
          <a:custGeom>
            <a:avLst/>
            <a:gdLst/>
            <a:ahLst/>
            <a:cxnLst/>
            <a:rect l="l" t="t" r="r" b="b"/>
            <a:pathLst>
              <a:path w="4123742" h="2003902" extrusionOk="0">
                <a:moveTo>
                  <a:pt x="0" y="0"/>
                </a:moveTo>
                <a:lnTo>
                  <a:pt x="4123742" y="0"/>
                </a:lnTo>
                <a:lnTo>
                  <a:pt x="4123742" y="2003902"/>
                </a:lnTo>
                <a:lnTo>
                  <a:pt x="0" y="2003902"/>
                </a:lnTo>
                <a:close/>
              </a:path>
            </a:pathLst>
          </a:custGeom>
          <a:solidFill>
            <a:srgbClr val="000000">
              <a:alpha val="0"/>
            </a:srgbClr>
          </a:solidFill>
          <a:ln w="38100" cap="sq" cmpd="sng">
            <a:solidFill>
              <a:srgbClr val="71CBEF"/>
            </a:solidFill>
            <a:prstDash val="solid"/>
            <a:miter lim="8000"/>
            <a:headEnd type="none" w="sm" len="sm"/>
            <a:tailEnd type="none" w="sm" len="sm"/>
          </a:ln>
        </p:spPr>
        <p:txBody>
          <a:bodyPr/>
          <a:lstStyle/>
          <a:p>
            <a:endParaRPr lang="en-US" dirty="0"/>
          </a:p>
        </p:txBody>
      </p:sp>
      <p:sp>
        <p:nvSpPr>
          <p:cNvPr id="9" name="TextBox 8">
            <a:extLst>
              <a:ext uri="{FF2B5EF4-FFF2-40B4-BE49-F238E27FC236}">
                <a16:creationId xmlns:a16="http://schemas.microsoft.com/office/drawing/2014/main" id="{38A96FC3-5779-7571-EC69-23ED85D90730}"/>
              </a:ext>
            </a:extLst>
          </p:cNvPr>
          <p:cNvSpPr txBox="1"/>
          <p:nvPr/>
        </p:nvSpPr>
        <p:spPr>
          <a:xfrm>
            <a:off x="2599639" y="5308563"/>
            <a:ext cx="2104354" cy="502766"/>
          </a:xfrm>
          <a:prstGeom prst="rect">
            <a:avLst/>
          </a:prstGeom>
          <a:noFill/>
        </p:spPr>
        <p:txBody>
          <a:bodyPr wrap="square" rtlCol="0">
            <a:spAutoFit/>
          </a:bodyPr>
          <a:lstStyle/>
          <a:p>
            <a:r>
              <a:rPr lang="fa-IR" sz="2667" dirty="0">
                <a:solidFill>
                  <a:schemeClr val="accent5"/>
                </a:solidFill>
                <a:latin typeface="+mj-lt"/>
                <a:cs typeface="B Titr" panose="00000700000000000000" pitchFamily="2" charset="-78"/>
              </a:rPr>
              <a:t>نحوه تغییرات</a:t>
            </a:r>
            <a:endParaRPr lang="en-US" sz="2667" dirty="0">
              <a:solidFill>
                <a:schemeClr val="accent5"/>
              </a:solidFill>
              <a:latin typeface="+mj-lt"/>
              <a:cs typeface="B Titr" panose="00000700000000000000" pitchFamily="2" charset="-78"/>
            </a:endParaRPr>
          </a:p>
        </p:txBody>
      </p:sp>
      <p:sp>
        <p:nvSpPr>
          <p:cNvPr id="10" name="TextBox 9">
            <a:extLst>
              <a:ext uri="{FF2B5EF4-FFF2-40B4-BE49-F238E27FC236}">
                <a16:creationId xmlns:a16="http://schemas.microsoft.com/office/drawing/2014/main" id="{66E7C8DB-7F9F-B2B8-5A6F-4DDB3DF88492}"/>
              </a:ext>
            </a:extLst>
          </p:cNvPr>
          <p:cNvSpPr txBox="1"/>
          <p:nvPr/>
        </p:nvSpPr>
        <p:spPr>
          <a:xfrm>
            <a:off x="7488008" y="5324456"/>
            <a:ext cx="2104354" cy="502766"/>
          </a:xfrm>
          <a:prstGeom prst="rect">
            <a:avLst/>
          </a:prstGeom>
          <a:noFill/>
        </p:spPr>
        <p:txBody>
          <a:bodyPr wrap="square" rtlCol="0">
            <a:spAutoFit/>
          </a:bodyPr>
          <a:lstStyle/>
          <a:p>
            <a:r>
              <a:rPr lang="fa-IR" sz="2667" dirty="0">
                <a:solidFill>
                  <a:schemeClr val="accent5"/>
                </a:solidFill>
                <a:cs typeface="B Titr" panose="00000700000000000000" pitchFamily="2" charset="-78"/>
              </a:rPr>
              <a:t>نمایش اطلاعات</a:t>
            </a:r>
            <a:endParaRPr lang="en-US" sz="2667" dirty="0">
              <a:solidFill>
                <a:schemeClr val="accent5"/>
              </a:solidFill>
              <a:cs typeface="B Titr" panose="00000700000000000000" pitchFamily="2" charset="-78"/>
            </a:endParaRPr>
          </a:p>
        </p:txBody>
      </p:sp>
      <p:sp>
        <p:nvSpPr>
          <p:cNvPr id="4" name="TextBox 3">
            <a:extLst>
              <a:ext uri="{FF2B5EF4-FFF2-40B4-BE49-F238E27FC236}">
                <a16:creationId xmlns:a16="http://schemas.microsoft.com/office/drawing/2014/main" id="{7D23230A-05AE-786F-9801-53F0792CDC32}"/>
              </a:ext>
            </a:extLst>
          </p:cNvPr>
          <p:cNvSpPr txBox="1"/>
          <p:nvPr/>
        </p:nvSpPr>
        <p:spPr>
          <a:xfrm>
            <a:off x="400346" y="6471230"/>
            <a:ext cx="6250020" cy="276999"/>
          </a:xfrm>
          <a:prstGeom prst="rect">
            <a:avLst/>
          </a:prstGeom>
          <a:noFill/>
        </p:spPr>
        <p:txBody>
          <a:bodyPr wrap="square">
            <a:spAutoFit/>
          </a:bodyPr>
          <a:lstStyle/>
          <a:p>
            <a:r>
              <a:rPr lang="en-US" sz="1200" dirty="0">
                <a:solidFill>
                  <a:schemeClr val="accent5"/>
                </a:solidFill>
              </a:rPr>
              <a:t>Presented by Iliya Jafari</a:t>
            </a:r>
          </a:p>
        </p:txBody>
      </p:sp>
      <p:sp>
        <p:nvSpPr>
          <p:cNvPr id="11" name="TextBox 10">
            <a:extLst>
              <a:ext uri="{FF2B5EF4-FFF2-40B4-BE49-F238E27FC236}">
                <a16:creationId xmlns:a16="http://schemas.microsoft.com/office/drawing/2014/main" id="{30213805-3399-10A9-F54D-8B99A474B86C}"/>
              </a:ext>
            </a:extLst>
          </p:cNvPr>
          <p:cNvSpPr txBox="1"/>
          <p:nvPr/>
        </p:nvSpPr>
        <p:spPr>
          <a:xfrm>
            <a:off x="10479121" y="6438246"/>
            <a:ext cx="1636679" cy="276999"/>
          </a:xfrm>
          <a:prstGeom prst="rect">
            <a:avLst/>
          </a:prstGeom>
          <a:noFill/>
        </p:spPr>
        <p:txBody>
          <a:bodyPr wrap="square">
            <a:spAutoFit/>
          </a:bodyPr>
          <a:lstStyle/>
          <a:p>
            <a:r>
              <a:rPr lang="en-US" sz="1200" dirty="0">
                <a:solidFill>
                  <a:schemeClr val="bg1"/>
                </a:solidFill>
              </a:rPr>
              <a:t>Book p.3</a:t>
            </a:r>
            <a:r>
              <a:rPr lang="fa-IR" sz="1200" dirty="0">
                <a:solidFill>
                  <a:schemeClr val="bg1"/>
                </a:solidFill>
              </a:rPr>
              <a:t>8</a:t>
            </a:r>
            <a:endParaRPr lang="en-US" sz="1200"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grpSp>
        <p:nvGrpSpPr>
          <p:cNvPr id="263" name="Google Shape;263;p22"/>
          <p:cNvGrpSpPr/>
          <p:nvPr/>
        </p:nvGrpSpPr>
        <p:grpSpPr>
          <a:xfrm>
            <a:off x="237346" y="321013"/>
            <a:ext cx="11688766" cy="6065100"/>
            <a:chOff x="0" y="-47625"/>
            <a:chExt cx="4123742" cy="2170560"/>
          </a:xfrm>
        </p:grpSpPr>
        <p:sp>
          <p:nvSpPr>
            <p:cNvPr id="264" name="Google Shape;264;p22"/>
            <p:cNvSpPr/>
            <p:nvPr/>
          </p:nvSpPr>
          <p:spPr>
            <a:xfrm>
              <a:off x="0" y="0"/>
              <a:ext cx="4123742" cy="2122935"/>
            </a:xfrm>
            <a:custGeom>
              <a:avLst/>
              <a:gdLst/>
              <a:ahLst/>
              <a:cxnLst/>
              <a:rect l="l" t="t" r="r" b="b"/>
              <a:pathLst>
                <a:path w="4123742" h="2122935" extrusionOk="0">
                  <a:moveTo>
                    <a:pt x="0" y="0"/>
                  </a:moveTo>
                  <a:lnTo>
                    <a:pt x="4123742" y="0"/>
                  </a:lnTo>
                  <a:lnTo>
                    <a:pt x="4123742" y="2122935"/>
                  </a:lnTo>
                  <a:lnTo>
                    <a:pt x="0" y="2122935"/>
                  </a:lnTo>
                  <a:close/>
                </a:path>
              </a:pathLst>
            </a:custGeom>
            <a:solidFill>
              <a:srgbClr val="000000">
                <a:alpha val="0"/>
              </a:srgbClr>
            </a:solidFill>
            <a:ln w="38100" cap="sq" cmpd="sng">
              <a:solidFill>
                <a:srgbClr val="71CBEF"/>
              </a:solidFill>
              <a:prstDash val="solid"/>
              <a:miter lim="8000"/>
              <a:headEnd type="none" w="sm" len="sm"/>
              <a:tailEnd type="none" w="sm" len="sm"/>
            </a:ln>
          </p:spPr>
        </p:sp>
        <p:sp>
          <p:nvSpPr>
            <p:cNvPr id="265" name="Google Shape;265;p22"/>
            <p:cNvSpPr txBox="1"/>
            <p:nvPr/>
          </p:nvSpPr>
          <p:spPr>
            <a:xfrm>
              <a:off x="0" y="-47625"/>
              <a:ext cx="812800" cy="860425"/>
            </a:xfrm>
            <a:prstGeom prst="rect">
              <a:avLst/>
            </a:prstGeom>
            <a:noFill/>
            <a:ln>
              <a:noFill/>
            </a:ln>
          </p:spPr>
          <p:txBody>
            <a:bodyPr spcFirstLastPara="1" wrap="square" lIns="33867" tIns="33867" rIns="33867" bIns="33867" anchor="ctr" anchorCtr="0">
              <a:noAutofit/>
            </a:bodyPr>
            <a:lstStyle/>
            <a:p>
              <a:pPr algn="ctr">
                <a:lnSpc>
                  <a:spcPct val="187000"/>
                </a:lnSpc>
              </a:pPr>
              <a:endParaRPr sz="12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267" name="Google Shape;267;p22"/>
          <p:cNvSpPr txBox="1"/>
          <p:nvPr/>
        </p:nvSpPr>
        <p:spPr>
          <a:xfrm>
            <a:off x="3721786" y="5015152"/>
            <a:ext cx="2216695" cy="493084"/>
          </a:xfrm>
          <a:prstGeom prst="rect">
            <a:avLst/>
          </a:prstGeom>
          <a:noFill/>
          <a:ln>
            <a:noFill/>
          </a:ln>
        </p:spPr>
        <p:txBody>
          <a:bodyPr spcFirstLastPara="1" wrap="square" lIns="0" tIns="0" rIns="0" bIns="0" anchor="t" anchorCtr="0">
            <a:spAutoFit/>
          </a:bodyPr>
          <a:lstStyle/>
          <a:p>
            <a:pPr algn="ctr">
              <a:lnSpc>
                <a:spcPct val="120000"/>
              </a:lnSpc>
            </a:pPr>
            <a:r>
              <a:rPr lang="fa-IR" sz="2670" dirty="0">
                <a:solidFill>
                  <a:srgbClr val="FFFFFF"/>
                </a:solidFill>
                <a:latin typeface="Archivo Black" panose="020B0A03020202020B04"/>
                <a:ea typeface="Archivo Black" panose="020B0A03020202020B04"/>
                <a:cs typeface="B Titr" panose="00000700000000000000" pitchFamily="2" charset="-78"/>
                <a:sym typeface="Archivo Black" panose="020B0A03020202020B04"/>
              </a:rPr>
              <a:t>پردازش</a:t>
            </a:r>
            <a:endParaRPr lang="en-US" sz="2670" dirty="0">
              <a:solidFill>
                <a:srgbClr val="FFFFFF"/>
              </a:solidFill>
              <a:latin typeface="Archivo Black" panose="020B0A03020202020B04"/>
              <a:ea typeface="Archivo Black" panose="020B0A03020202020B04"/>
              <a:cs typeface="B Titr" panose="00000700000000000000" pitchFamily="2" charset="-78"/>
              <a:sym typeface="Archivo Black" panose="020B0A03020202020B04"/>
            </a:endParaRPr>
          </a:p>
        </p:txBody>
      </p:sp>
      <p:pic>
        <p:nvPicPr>
          <p:cNvPr id="2" name="Picture 1">
            <a:extLst>
              <a:ext uri="{FF2B5EF4-FFF2-40B4-BE49-F238E27FC236}">
                <a16:creationId xmlns:a16="http://schemas.microsoft.com/office/drawing/2014/main" id="{B684DBAF-D766-4D5F-5622-1D0E84414A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20501" y="1544384"/>
            <a:ext cx="5483263" cy="3085976"/>
          </a:xfrm>
          <a:prstGeom prst="roundRect">
            <a:avLst>
              <a:gd name="adj" fmla="val 14923"/>
            </a:avLst>
          </a:prstGeom>
          <a:solidFill>
            <a:srgbClr val="FFFFFF">
              <a:shade val="85000"/>
            </a:srgbClr>
          </a:solidFill>
          <a:ln>
            <a:noFill/>
          </a:ln>
          <a:effectLst>
            <a:reflection blurRad="12700" stA="38000" endPos="28000" dist="5000" dir="5400000" sy="-100000" algn="bl" rotWithShape="0"/>
          </a:effectLst>
        </p:spPr>
      </p:pic>
      <p:sp>
        <p:nvSpPr>
          <p:cNvPr id="10" name="Google Shape;267;p22">
            <a:extLst>
              <a:ext uri="{FF2B5EF4-FFF2-40B4-BE49-F238E27FC236}">
                <a16:creationId xmlns:a16="http://schemas.microsoft.com/office/drawing/2014/main" id="{DF0591FD-38B8-DA25-EBC3-D9814AB56858}"/>
              </a:ext>
            </a:extLst>
          </p:cNvPr>
          <p:cNvSpPr txBox="1"/>
          <p:nvPr/>
        </p:nvSpPr>
        <p:spPr>
          <a:xfrm>
            <a:off x="6402965" y="5015152"/>
            <a:ext cx="2216695" cy="493084"/>
          </a:xfrm>
          <a:prstGeom prst="rect">
            <a:avLst/>
          </a:prstGeom>
          <a:noFill/>
          <a:ln>
            <a:noFill/>
          </a:ln>
        </p:spPr>
        <p:txBody>
          <a:bodyPr spcFirstLastPara="1" wrap="square" lIns="0" tIns="0" rIns="0" bIns="0" anchor="t" anchorCtr="0">
            <a:spAutoFit/>
          </a:bodyPr>
          <a:lstStyle/>
          <a:p>
            <a:pPr algn="ctr">
              <a:lnSpc>
                <a:spcPct val="120000"/>
              </a:lnSpc>
            </a:pPr>
            <a:r>
              <a:rPr lang="fa-IR" sz="2670" dirty="0">
                <a:solidFill>
                  <a:srgbClr val="FFFFFF"/>
                </a:solidFill>
                <a:latin typeface="Archivo Black" panose="020B0A03020202020B04"/>
                <a:ea typeface="Archivo Black" panose="020B0A03020202020B04"/>
                <a:cs typeface="B Titr" panose="00000700000000000000" pitchFamily="2" charset="-78"/>
                <a:sym typeface="Archivo Black" panose="020B0A03020202020B04"/>
              </a:rPr>
              <a:t>کاربرد</a:t>
            </a:r>
            <a:endParaRPr lang="en-US" sz="2670" dirty="0">
              <a:solidFill>
                <a:srgbClr val="FFFFFF"/>
              </a:solidFill>
              <a:latin typeface="Archivo Black" panose="020B0A03020202020B04"/>
              <a:ea typeface="Archivo Black" panose="020B0A03020202020B04"/>
              <a:cs typeface="B Titr" panose="00000700000000000000" pitchFamily="2" charset="-78"/>
              <a:sym typeface="Archivo Black" panose="020B0A03020202020B04"/>
            </a:endParaRPr>
          </a:p>
        </p:txBody>
      </p:sp>
      <p:sp>
        <p:nvSpPr>
          <p:cNvPr id="4" name="TextBox 3">
            <a:extLst>
              <a:ext uri="{FF2B5EF4-FFF2-40B4-BE49-F238E27FC236}">
                <a16:creationId xmlns:a16="http://schemas.microsoft.com/office/drawing/2014/main" id="{A48BD23A-CC66-8BE7-4A07-27E255E78BCE}"/>
              </a:ext>
            </a:extLst>
          </p:cNvPr>
          <p:cNvSpPr txBox="1"/>
          <p:nvPr/>
        </p:nvSpPr>
        <p:spPr>
          <a:xfrm>
            <a:off x="196985" y="6469978"/>
            <a:ext cx="6094378" cy="261610"/>
          </a:xfrm>
          <a:prstGeom prst="rect">
            <a:avLst/>
          </a:prstGeom>
          <a:noFill/>
        </p:spPr>
        <p:txBody>
          <a:bodyPr wrap="square">
            <a:spAutoFit/>
          </a:bodyPr>
          <a:lstStyle/>
          <a:p>
            <a:r>
              <a:rPr lang="en-US" sz="1100" dirty="0">
                <a:solidFill>
                  <a:schemeClr val="accent5"/>
                </a:solidFill>
              </a:rPr>
              <a:t>Presented by Iliya Jafari</a:t>
            </a:r>
          </a:p>
        </p:txBody>
      </p:sp>
      <p:sp>
        <p:nvSpPr>
          <p:cNvPr id="8" name="TextBox 7">
            <a:extLst>
              <a:ext uri="{FF2B5EF4-FFF2-40B4-BE49-F238E27FC236}">
                <a16:creationId xmlns:a16="http://schemas.microsoft.com/office/drawing/2014/main" id="{7CD5848F-BC21-8074-7A87-1DABBC29D553}"/>
              </a:ext>
            </a:extLst>
          </p:cNvPr>
          <p:cNvSpPr txBox="1"/>
          <p:nvPr/>
        </p:nvSpPr>
        <p:spPr>
          <a:xfrm>
            <a:off x="3409130" y="676071"/>
            <a:ext cx="5153349" cy="646331"/>
          </a:xfrm>
          <a:prstGeom prst="rect">
            <a:avLst/>
          </a:prstGeom>
          <a:noFill/>
        </p:spPr>
        <p:txBody>
          <a:bodyPr wrap="square" rtlCol="0">
            <a:spAutoFit/>
          </a:bodyPr>
          <a:lstStyle/>
          <a:p>
            <a:r>
              <a:rPr lang="fa-IR" sz="3600" dirty="0">
                <a:solidFill>
                  <a:schemeClr val="accent3"/>
                </a:solidFill>
                <a:cs typeface="B Titr" panose="00000700000000000000" pitchFamily="2" charset="-78"/>
              </a:rPr>
              <a:t>سیگنال های آنالوگ و دیجیتال</a:t>
            </a:r>
            <a:endParaRPr lang="en-US" sz="3600" dirty="0">
              <a:solidFill>
                <a:schemeClr val="accent3"/>
              </a:solidFill>
              <a:cs typeface="B Titr" panose="00000700000000000000" pitchFamily="2" charset="-78"/>
            </a:endParaRPr>
          </a:p>
        </p:txBody>
      </p:sp>
      <p:sp>
        <p:nvSpPr>
          <p:cNvPr id="11" name="TextBox 10">
            <a:extLst>
              <a:ext uri="{FF2B5EF4-FFF2-40B4-BE49-F238E27FC236}">
                <a16:creationId xmlns:a16="http://schemas.microsoft.com/office/drawing/2014/main" id="{11D3F113-84B9-1DBF-B53C-95992EAAB956}"/>
              </a:ext>
            </a:extLst>
          </p:cNvPr>
          <p:cNvSpPr txBox="1"/>
          <p:nvPr/>
        </p:nvSpPr>
        <p:spPr>
          <a:xfrm>
            <a:off x="10430483" y="6499781"/>
            <a:ext cx="950879" cy="276999"/>
          </a:xfrm>
          <a:prstGeom prst="rect">
            <a:avLst/>
          </a:prstGeom>
          <a:noFill/>
        </p:spPr>
        <p:txBody>
          <a:bodyPr wrap="square">
            <a:spAutoFit/>
          </a:bodyPr>
          <a:lstStyle/>
          <a:p>
            <a:r>
              <a:rPr lang="en-US" sz="1200" dirty="0">
                <a:solidFill>
                  <a:schemeClr val="bg1"/>
                </a:solidFill>
              </a:rPr>
              <a:t>Book p.3</a:t>
            </a:r>
            <a:r>
              <a:rPr lang="fa-IR" sz="1200" dirty="0">
                <a:solidFill>
                  <a:schemeClr val="bg1"/>
                </a:solidFill>
              </a:rPr>
              <a:t>8</a:t>
            </a:r>
            <a:endParaRPr lang="en-US" sz="1200"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5" name="Google Shape;101;p13">
            <a:extLst>
              <a:ext uri="{FF2B5EF4-FFF2-40B4-BE49-F238E27FC236}">
                <a16:creationId xmlns:a16="http://schemas.microsoft.com/office/drawing/2014/main" id="{3C1522F0-1370-994E-08F1-236DE014EBC1}"/>
              </a:ext>
            </a:extLst>
          </p:cNvPr>
          <p:cNvSpPr/>
          <p:nvPr/>
        </p:nvSpPr>
        <p:spPr>
          <a:xfrm>
            <a:off x="571185" y="558563"/>
            <a:ext cx="10823696" cy="5716507"/>
          </a:xfrm>
          <a:custGeom>
            <a:avLst/>
            <a:gdLst/>
            <a:ahLst/>
            <a:cxnLst/>
            <a:rect l="l" t="t" r="r" b="b"/>
            <a:pathLst>
              <a:path w="4259780" h="2167467" extrusionOk="0">
                <a:moveTo>
                  <a:pt x="0" y="0"/>
                </a:moveTo>
                <a:lnTo>
                  <a:pt x="4259780" y="0"/>
                </a:lnTo>
                <a:lnTo>
                  <a:pt x="4259780" y="2167467"/>
                </a:lnTo>
                <a:lnTo>
                  <a:pt x="0" y="2167467"/>
                </a:lnTo>
                <a:close/>
              </a:path>
            </a:pathLst>
          </a:custGeom>
          <a:solidFill>
            <a:srgbClr val="000000">
              <a:alpha val="0"/>
            </a:srgbClr>
          </a:solidFill>
          <a:ln w="38100" cap="sq" cmpd="sng">
            <a:solidFill>
              <a:srgbClr val="71CBEF"/>
            </a:solidFill>
            <a:prstDash val="solid"/>
            <a:miter lim="8000"/>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srgbClr val="0F1A38"/>
                </a:solidFill>
                <a:effectLst/>
                <a:uLnTx/>
                <a:uFillTx/>
                <a:latin typeface="Arial"/>
                <a:ea typeface="+mn-ea"/>
                <a:cs typeface="Arial" panose="020B0604020202020204" pitchFamily="34" charset="0"/>
              </a:rPr>
              <a:t>مدا</a:t>
            </a:r>
            <a:endParaRPr kumimoji="0" lang="en-GB" sz="1800" b="0" i="0" u="none" strike="noStrike" kern="1200" cap="none" spc="0" normalizeH="0" baseline="0" noProof="0" dirty="0">
              <a:ln>
                <a:noFill/>
              </a:ln>
              <a:solidFill>
                <a:srgbClr val="0F1A38"/>
              </a:solidFill>
              <a:effectLst/>
              <a:uLnTx/>
              <a:uFillTx/>
              <a:latin typeface="Arial"/>
              <a:ea typeface="+mn-ea"/>
              <a:cs typeface="+mn-cs"/>
            </a:endParaRPr>
          </a:p>
        </p:txBody>
      </p:sp>
      <p:sp>
        <p:nvSpPr>
          <p:cNvPr id="101" name="Google Shape;101;p13"/>
          <p:cNvSpPr/>
          <p:nvPr/>
        </p:nvSpPr>
        <p:spPr>
          <a:xfrm>
            <a:off x="503831" y="677510"/>
            <a:ext cx="10782568" cy="5486400"/>
          </a:xfrm>
          <a:custGeom>
            <a:avLst/>
            <a:gdLst/>
            <a:ahLst/>
            <a:cxnLst/>
            <a:rect l="l" t="t" r="r" b="b"/>
            <a:pathLst>
              <a:path w="4259780" h="2167467" extrusionOk="0">
                <a:moveTo>
                  <a:pt x="0" y="0"/>
                </a:moveTo>
                <a:lnTo>
                  <a:pt x="4259780" y="0"/>
                </a:lnTo>
                <a:lnTo>
                  <a:pt x="4259780" y="2167467"/>
                </a:lnTo>
                <a:lnTo>
                  <a:pt x="0" y="2167467"/>
                </a:lnTo>
                <a:close/>
              </a:path>
            </a:pathLst>
          </a:custGeom>
          <a:solidFill>
            <a:srgbClr val="000000">
              <a:alpha val="0"/>
            </a:srgbClr>
          </a:solidFill>
          <a:ln w="38100" cap="sq" cmpd="sng">
            <a:solidFill>
              <a:srgbClr val="71CBEF"/>
            </a:solidFill>
            <a:prstDash val="solid"/>
            <a:miter lim="8000"/>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srgbClr val="0F1A38"/>
                </a:solidFill>
                <a:effectLst/>
                <a:uLnTx/>
                <a:uFillTx/>
                <a:latin typeface="Arial"/>
                <a:ea typeface="+mn-ea"/>
                <a:cs typeface="Arial" panose="020B0604020202020204" pitchFamily="34" charset="0"/>
              </a:rPr>
              <a:t>مدا</a:t>
            </a:r>
            <a:endParaRPr kumimoji="0" lang="en-GB" sz="1800" b="0" i="0" u="none" strike="noStrike" kern="1200" cap="none" spc="0" normalizeH="0" baseline="0" noProof="0" dirty="0">
              <a:ln>
                <a:noFill/>
              </a:ln>
              <a:solidFill>
                <a:srgbClr val="0F1A38"/>
              </a:solidFill>
              <a:effectLst/>
              <a:uLnTx/>
              <a:uFillTx/>
              <a:latin typeface="Arial"/>
              <a:ea typeface="+mn-ea"/>
              <a:cs typeface="+mn-cs"/>
            </a:endParaRPr>
          </a:p>
        </p:txBody>
      </p:sp>
      <p:sp>
        <p:nvSpPr>
          <p:cNvPr id="109" name="Google Shape;109;p13"/>
          <p:cNvSpPr txBox="1"/>
          <p:nvPr/>
        </p:nvSpPr>
        <p:spPr>
          <a:xfrm>
            <a:off x="1069372" y="1423060"/>
            <a:ext cx="963703" cy="1107996"/>
          </a:xfrm>
          <a:prstGeom prst="rect">
            <a:avLst/>
          </a:prstGeom>
          <a:noFill/>
          <a:ln>
            <a:noFill/>
          </a:ln>
        </p:spPr>
        <p:txBody>
          <a:bodyPr spcFirstLastPara="1" wrap="square" lIns="0" tIns="0" rIns="0" bIns="0" anchor="t" anchorCtr="0">
            <a:spAutoFit/>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en-US" sz="6000" b="0" i="0" u="none" strike="noStrike" kern="1200" cap="none" spc="0" normalizeH="0" baseline="0" noProof="0">
                <a:ln>
                  <a:noFill/>
                </a:ln>
                <a:solidFill>
                  <a:srgbClr val="0F1A38"/>
                </a:solidFill>
                <a:effectLst/>
                <a:uLnTx/>
                <a:uFillTx/>
                <a:latin typeface="Archivo Black"/>
                <a:ea typeface="Archivo Black"/>
                <a:cs typeface="Archivo Black"/>
                <a:sym typeface="Archivo Black"/>
              </a:rPr>
              <a:t>1</a:t>
            </a:r>
            <a:endParaRPr kumimoji="0" sz="1200" b="0" i="0" u="none" strike="noStrike" kern="1200" cap="none" spc="0" normalizeH="0" baseline="0" noProof="0">
              <a:ln>
                <a:noFill/>
              </a:ln>
              <a:solidFill>
                <a:srgbClr val="0F1A38"/>
              </a:solidFill>
              <a:effectLst/>
              <a:uLnTx/>
              <a:uFillTx/>
              <a:latin typeface="Arial"/>
              <a:ea typeface="+mn-ea"/>
              <a:cs typeface="+mn-cs"/>
            </a:endParaRPr>
          </a:p>
        </p:txBody>
      </p:sp>
      <p:sp>
        <p:nvSpPr>
          <p:cNvPr id="2" name="TextBox 1">
            <a:extLst>
              <a:ext uri="{FF2B5EF4-FFF2-40B4-BE49-F238E27FC236}">
                <a16:creationId xmlns:a16="http://schemas.microsoft.com/office/drawing/2014/main" id="{672EFD50-53D8-7080-6115-186FDD14BA16}"/>
              </a:ext>
            </a:extLst>
          </p:cNvPr>
          <p:cNvSpPr txBox="1"/>
          <p:nvPr/>
        </p:nvSpPr>
        <p:spPr>
          <a:xfrm>
            <a:off x="5554800" y="1532821"/>
            <a:ext cx="4623487" cy="6463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a-IR" sz="3600" b="0" i="0" u="none" strike="noStrike" kern="1200" cap="none" spc="0" normalizeH="0" baseline="0" noProof="0" dirty="0">
                <a:ln>
                  <a:noFill/>
                </a:ln>
                <a:solidFill>
                  <a:srgbClr val="71CBEF"/>
                </a:solidFill>
                <a:effectLst/>
                <a:uLnTx/>
                <a:uFillTx/>
                <a:latin typeface="Arial"/>
                <a:ea typeface="+mn-ea"/>
                <a:cs typeface="B Titr" panose="00000700000000000000" pitchFamily="2" charset="-78"/>
              </a:rPr>
              <a:t>تبدیل آنالوگ به دیجیتال</a:t>
            </a:r>
            <a:endParaRPr kumimoji="0" lang="en-GB" sz="3600" b="0" i="0" u="none" strike="noStrike" kern="1200" cap="none" spc="0" normalizeH="0" baseline="0" noProof="0" dirty="0">
              <a:ln>
                <a:noFill/>
              </a:ln>
              <a:solidFill>
                <a:srgbClr val="71CBEF"/>
              </a:solidFill>
              <a:effectLst/>
              <a:uLnTx/>
              <a:uFillTx/>
              <a:latin typeface="Arial"/>
              <a:ea typeface="+mn-ea"/>
              <a:cs typeface="B Titr" panose="00000700000000000000" pitchFamily="2" charset="-78"/>
            </a:endParaRPr>
          </a:p>
        </p:txBody>
      </p:sp>
      <p:pic>
        <p:nvPicPr>
          <p:cNvPr id="110" name="Google Shape;110;p13"/>
          <p:cNvPicPr preferRelativeResize="0"/>
          <p:nvPr/>
        </p:nvPicPr>
        <p:blipFill>
          <a:blip r:embed="rId3">
            <a:alphaModFix/>
          </a:blip>
          <a:stretch>
            <a:fillRect/>
          </a:stretch>
        </p:blipFill>
        <p:spPr>
          <a:xfrm>
            <a:off x="-2415000" y="-136391"/>
            <a:ext cx="8511000" cy="7130782"/>
          </a:xfrm>
          <a:prstGeom prst="ellipse">
            <a:avLst/>
          </a:prstGeom>
          <a:noFill/>
          <a:ln>
            <a:noFill/>
          </a:ln>
        </p:spPr>
      </p:pic>
      <p:sp>
        <p:nvSpPr>
          <p:cNvPr id="104" name="Google Shape;104;p13"/>
          <p:cNvSpPr/>
          <p:nvPr/>
        </p:nvSpPr>
        <p:spPr>
          <a:xfrm>
            <a:off x="4521684" y="4216818"/>
            <a:ext cx="3148632" cy="2896519"/>
          </a:xfrm>
          <a:custGeom>
            <a:avLst/>
            <a:gdLst/>
            <a:ahLst/>
            <a:cxnLst/>
            <a:rect l="l" t="t" r="r" b="b"/>
            <a:pathLst>
              <a:path w="4722948" h="4344779" extrusionOk="0">
                <a:moveTo>
                  <a:pt x="0" y="0"/>
                </a:moveTo>
                <a:lnTo>
                  <a:pt x="4722948" y="0"/>
                </a:lnTo>
                <a:lnTo>
                  <a:pt x="4722948" y="4344779"/>
                </a:lnTo>
                <a:lnTo>
                  <a:pt x="0" y="4344779"/>
                </a:lnTo>
                <a:lnTo>
                  <a:pt x="0" y="0"/>
                </a:lnTo>
                <a:close/>
              </a:path>
            </a:pathLst>
          </a:custGeom>
          <a:blipFill rotWithShape="1">
            <a:blip r:embed="rId4">
              <a:alphaModFix/>
            </a:blip>
            <a:stretch>
              <a:fillRect t="-8703"/>
            </a:stretch>
          </a:blipFill>
          <a:ln>
            <a:noFill/>
          </a:ln>
        </p:spPr>
      </p:sp>
      <p:sp>
        <p:nvSpPr>
          <p:cNvPr id="7" name="TextBox 6">
            <a:extLst>
              <a:ext uri="{FF2B5EF4-FFF2-40B4-BE49-F238E27FC236}">
                <a16:creationId xmlns:a16="http://schemas.microsoft.com/office/drawing/2014/main" id="{7A796D8F-FBF5-7D6F-9C58-ADF1AA00F887}"/>
              </a:ext>
            </a:extLst>
          </p:cNvPr>
          <p:cNvSpPr txBox="1"/>
          <p:nvPr/>
        </p:nvSpPr>
        <p:spPr>
          <a:xfrm>
            <a:off x="6096000" y="3034462"/>
            <a:ext cx="520687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srgbClr val="FFFFFF"/>
                </a:solidFill>
                <a:effectLst/>
                <a:uLnTx/>
                <a:uFillTx/>
                <a:latin typeface="Arial"/>
                <a:ea typeface="+mn-ea"/>
                <a:cs typeface="B Titr" panose="00000700000000000000" pitchFamily="2" charset="-78"/>
              </a:rPr>
              <a:t>مدار آنالوگ مداری هست که با سیگنال های پیوسته کار میکند .</a:t>
            </a:r>
            <a:endParaRPr kumimoji="0" lang="en-GB" sz="1800" b="0" i="0" u="none" strike="noStrike" kern="1200" cap="none" spc="0" normalizeH="0" baseline="0" noProof="0" dirty="0">
              <a:ln>
                <a:noFill/>
              </a:ln>
              <a:solidFill>
                <a:srgbClr val="FFFFFF"/>
              </a:solidFill>
              <a:effectLst/>
              <a:uLnTx/>
              <a:uFillTx/>
              <a:latin typeface="Arial"/>
              <a:ea typeface="+mn-ea"/>
              <a:cs typeface="B Titr" panose="00000700000000000000" pitchFamily="2" charset="-78"/>
            </a:endParaRPr>
          </a:p>
        </p:txBody>
      </p:sp>
      <p:sp>
        <p:nvSpPr>
          <p:cNvPr id="9" name="TextBox 8">
            <a:extLst>
              <a:ext uri="{FF2B5EF4-FFF2-40B4-BE49-F238E27FC236}">
                <a16:creationId xmlns:a16="http://schemas.microsoft.com/office/drawing/2014/main" id="{6474AADA-5E34-0764-2339-60C7D0476B61}"/>
              </a:ext>
            </a:extLst>
          </p:cNvPr>
          <p:cNvSpPr txBox="1"/>
          <p:nvPr/>
        </p:nvSpPr>
        <p:spPr>
          <a:xfrm>
            <a:off x="6096000" y="3541782"/>
            <a:ext cx="528061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a-IR" sz="1800" b="0" i="0" u="none" strike="noStrike" kern="1200" cap="none" spc="0" normalizeH="0" baseline="0" noProof="0" dirty="0">
                <a:ln>
                  <a:noFill/>
                </a:ln>
                <a:solidFill>
                  <a:srgbClr val="FFFFFF"/>
                </a:solidFill>
                <a:effectLst/>
                <a:uLnTx/>
                <a:uFillTx/>
                <a:latin typeface="Arial"/>
                <a:ea typeface="+mn-ea"/>
                <a:cs typeface="B Titr" panose="00000700000000000000" pitchFamily="2" charset="-78"/>
              </a:rPr>
              <a:t>مدار دیجیتال مداری هست که با سیگنال های گسسته کار میکند .</a:t>
            </a:r>
            <a:endParaRPr kumimoji="0" lang="en-GB" sz="1800" b="0" i="0" u="none" strike="noStrike" kern="1200" cap="none" spc="0" normalizeH="0" baseline="0" noProof="0" dirty="0">
              <a:ln>
                <a:noFill/>
              </a:ln>
              <a:solidFill>
                <a:srgbClr val="FFFFFF"/>
              </a:solidFill>
              <a:effectLst/>
              <a:uLnTx/>
              <a:uFillTx/>
              <a:latin typeface="Arial"/>
              <a:ea typeface="+mn-ea"/>
              <a:cs typeface="B Titr" panose="00000700000000000000" pitchFamily="2" charset="-78"/>
            </a:endParaRPr>
          </a:p>
        </p:txBody>
      </p:sp>
      <p:sp>
        <p:nvSpPr>
          <p:cNvPr id="4" name="TextBox 3">
            <a:extLst>
              <a:ext uri="{FF2B5EF4-FFF2-40B4-BE49-F238E27FC236}">
                <a16:creationId xmlns:a16="http://schemas.microsoft.com/office/drawing/2014/main" id="{0C1B947A-8A7E-4141-A936-76D38E1FF086}"/>
              </a:ext>
            </a:extLst>
          </p:cNvPr>
          <p:cNvSpPr txBox="1"/>
          <p:nvPr/>
        </p:nvSpPr>
        <p:spPr>
          <a:xfrm>
            <a:off x="393747" y="6361997"/>
            <a:ext cx="6159500"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a:ea typeface="+mn-ea"/>
                <a:cs typeface="+mn-cs"/>
              </a:rPr>
              <a:t>Presented by Amir Hossein Tehrani</a:t>
            </a:r>
          </a:p>
        </p:txBody>
      </p:sp>
      <p:grpSp>
        <p:nvGrpSpPr>
          <p:cNvPr id="8" name="Google Shape;284;p23">
            <a:extLst>
              <a:ext uri="{FF2B5EF4-FFF2-40B4-BE49-F238E27FC236}">
                <a16:creationId xmlns:a16="http://schemas.microsoft.com/office/drawing/2014/main" id="{A04788EC-452D-15F9-3791-70CF1E38AD3D}"/>
              </a:ext>
            </a:extLst>
          </p:cNvPr>
          <p:cNvGrpSpPr/>
          <p:nvPr/>
        </p:nvGrpSpPr>
        <p:grpSpPr>
          <a:xfrm>
            <a:off x="10309629" y="-157821"/>
            <a:ext cx="2296900" cy="2688877"/>
            <a:chOff x="0" y="-47625"/>
            <a:chExt cx="812800" cy="972394"/>
          </a:xfrm>
        </p:grpSpPr>
        <p:sp>
          <p:nvSpPr>
            <p:cNvPr id="10" name="Google Shape;285;p23">
              <a:extLst>
                <a:ext uri="{FF2B5EF4-FFF2-40B4-BE49-F238E27FC236}">
                  <a16:creationId xmlns:a16="http://schemas.microsoft.com/office/drawing/2014/main" id="{CF33D530-7E5F-B4E7-06B6-A59B702B3BB9}"/>
                </a:ext>
              </a:extLst>
            </p:cNvPr>
            <p:cNvSpPr/>
            <p:nvPr/>
          </p:nvSpPr>
          <p:spPr>
            <a:xfrm>
              <a:off x="0" y="0"/>
              <a:ext cx="296125" cy="924769"/>
            </a:xfrm>
            <a:custGeom>
              <a:avLst/>
              <a:gdLst/>
              <a:ahLst/>
              <a:cxnLst/>
              <a:rect l="l" t="t" r="r" b="b"/>
              <a:pathLst>
                <a:path w="296125" h="924769" extrusionOk="0">
                  <a:moveTo>
                    <a:pt x="0" y="0"/>
                  </a:moveTo>
                  <a:lnTo>
                    <a:pt x="296125" y="0"/>
                  </a:lnTo>
                  <a:lnTo>
                    <a:pt x="296125" y="924769"/>
                  </a:lnTo>
                  <a:lnTo>
                    <a:pt x="0" y="924769"/>
                  </a:lnTo>
                  <a:close/>
                </a:path>
              </a:pathLst>
            </a:custGeom>
            <a:solidFill>
              <a:srgbClr val="2D5B8F"/>
            </a:solidFill>
            <a:ln>
              <a:noFill/>
            </a:ln>
          </p:spPr>
        </p:sp>
        <p:sp>
          <p:nvSpPr>
            <p:cNvPr id="11" name="Google Shape;286;p23">
              <a:extLst>
                <a:ext uri="{FF2B5EF4-FFF2-40B4-BE49-F238E27FC236}">
                  <a16:creationId xmlns:a16="http://schemas.microsoft.com/office/drawing/2014/main" id="{CA66648C-8291-0034-87FD-31404E46C5EE}"/>
                </a:ext>
              </a:extLst>
            </p:cNvPr>
            <p:cNvSpPr txBox="1"/>
            <p:nvPr/>
          </p:nvSpPr>
          <p:spPr>
            <a:xfrm>
              <a:off x="0" y="-47625"/>
              <a:ext cx="812800" cy="860425"/>
            </a:xfrm>
            <a:prstGeom prst="rect">
              <a:avLst/>
            </a:prstGeom>
            <a:noFill/>
            <a:ln>
              <a:noFill/>
            </a:ln>
          </p:spPr>
          <p:txBody>
            <a:bodyPr spcFirstLastPara="1" wrap="square" lIns="50800" tIns="50800" rIns="50800" bIns="50800" anchor="ctr" anchorCtr="0">
              <a:noAutofit/>
            </a:bodyPr>
            <a:lstStyle/>
            <a:p>
              <a:pPr marL="0" marR="0" lvl="0" indent="0" algn="ctr" defTabSz="914400" rtl="0" eaLnBrk="1" fontAlgn="auto" latinLnBrk="0" hangingPunct="1">
                <a:lnSpc>
                  <a:spcPct val="186611"/>
                </a:lnSpc>
                <a:spcBef>
                  <a:spcPts val="0"/>
                </a:spcBef>
                <a:spcAft>
                  <a:spcPts val="0"/>
                </a:spcAft>
                <a:buClrTx/>
                <a:buSzTx/>
                <a:buFontTx/>
                <a:buNone/>
                <a:tabLst/>
                <a:defRPr/>
              </a:pPr>
              <a:endParaRPr kumimoji="0" sz="1800" b="0" i="0" u="none" strike="noStrike" kern="1200" cap="none" spc="0" normalizeH="0" baseline="0" noProof="0">
                <a:ln>
                  <a:noFill/>
                </a:ln>
                <a:solidFill>
                  <a:srgbClr val="0F1A38"/>
                </a:solidFill>
                <a:effectLst/>
                <a:uLnTx/>
                <a:uFillTx/>
                <a:latin typeface="Calibri"/>
                <a:ea typeface="Calibri"/>
                <a:cs typeface="Calibri"/>
                <a:sym typeface="Calibri"/>
              </a:endParaRPr>
            </a:p>
          </p:txBody>
        </p:sp>
      </p:grpSp>
      <p:sp>
        <p:nvSpPr>
          <p:cNvPr id="12" name="TextBox 11">
            <a:extLst>
              <a:ext uri="{FF2B5EF4-FFF2-40B4-BE49-F238E27FC236}">
                <a16:creationId xmlns:a16="http://schemas.microsoft.com/office/drawing/2014/main" id="{33DE28FB-7A76-D384-9773-38FB80C7BB88}"/>
              </a:ext>
            </a:extLst>
          </p:cNvPr>
          <p:cNvSpPr txBox="1"/>
          <p:nvPr/>
        </p:nvSpPr>
        <p:spPr>
          <a:xfrm>
            <a:off x="10420645" y="1358627"/>
            <a:ext cx="463296"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a-IR" sz="6000" b="1" i="0" u="none" strike="noStrike" kern="1200" cap="none" spc="0" normalizeH="0" baseline="0" noProof="0" dirty="0">
                <a:ln>
                  <a:noFill/>
                </a:ln>
                <a:solidFill>
                  <a:srgbClr val="0F1A38"/>
                </a:solidFill>
                <a:effectLst/>
                <a:uLnTx/>
                <a:uFillTx/>
                <a:latin typeface="Archivo Black" panose="020B0604020202020204" charset="0"/>
                <a:ea typeface="+mn-ea"/>
                <a:cs typeface="Arial" panose="020B0604020202020204" pitchFamily="34" charset="0"/>
              </a:rPr>
              <a:t>2</a:t>
            </a:r>
            <a:endParaRPr kumimoji="0" lang="en-US" sz="6000" b="1" i="0" u="none" strike="noStrike" kern="1200" cap="none" spc="0" normalizeH="0" baseline="0" noProof="0" dirty="0">
              <a:ln>
                <a:noFill/>
              </a:ln>
              <a:solidFill>
                <a:srgbClr val="0F1A38"/>
              </a:solidFill>
              <a:effectLst/>
              <a:uLnTx/>
              <a:uFillTx/>
              <a:latin typeface="Archivo Black" panose="020B0604020202020204" charset="0"/>
              <a:ea typeface="+mn-ea"/>
              <a:cs typeface="+mn-cs"/>
            </a:endParaRPr>
          </a:p>
        </p:txBody>
      </p:sp>
      <p:sp>
        <p:nvSpPr>
          <p:cNvPr id="15" name="TextBox 14">
            <a:extLst>
              <a:ext uri="{FF2B5EF4-FFF2-40B4-BE49-F238E27FC236}">
                <a16:creationId xmlns:a16="http://schemas.microsoft.com/office/drawing/2014/main" id="{FE2CEE39-FD57-4476-B974-902A5C6A36C7}"/>
              </a:ext>
            </a:extLst>
          </p:cNvPr>
          <p:cNvSpPr txBox="1"/>
          <p:nvPr/>
        </p:nvSpPr>
        <p:spPr>
          <a:xfrm>
            <a:off x="10430483" y="6499781"/>
            <a:ext cx="950879" cy="276999"/>
          </a:xfrm>
          <a:prstGeom prst="rect">
            <a:avLst/>
          </a:prstGeom>
          <a:noFill/>
        </p:spPr>
        <p:txBody>
          <a:bodyPr wrap="square">
            <a:spAutoFit/>
          </a:bodyPr>
          <a:lstStyle/>
          <a:p>
            <a:r>
              <a:rPr lang="en-US" sz="1200" dirty="0">
                <a:solidFill>
                  <a:schemeClr val="bg1"/>
                </a:solidFill>
              </a:rPr>
              <a:t>Book p.40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4"/>
          <p:cNvSpPr/>
          <p:nvPr/>
        </p:nvSpPr>
        <p:spPr>
          <a:xfrm rot="5400000">
            <a:off x="4262313" y="-4264744"/>
            <a:ext cx="3688304" cy="12192000"/>
          </a:xfrm>
          <a:custGeom>
            <a:avLst/>
            <a:gdLst/>
            <a:ahLst/>
            <a:cxnLst/>
            <a:rect l="l" t="t" r="r" b="b"/>
            <a:pathLst>
              <a:path w="5532456" h="18288000" extrusionOk="0">
                <a:moveTo>
                  <a:pt x="0" y="0"/>
                </a:moveTo>
                <a:lnTo>
                  <a:pt x="5532456" y="0"/>
                </a:lnTo>
                <a:lnTo>
                  <a:pt x="5532456" y="18288000"/>
                </a:lnTo>
                <a:lnTo>
                  <a:pt x="0" y="18288000"/>
                </a:lnTo>
                <a:lnTo>
                  <a:pt x="0" y="0"/>
                </a:lnTo>
                <a:close/>
              </a:path>
            </a:pathLst>
          </a:custGeom>
          <a:blipFill rotWithShape="1">
            <a:blip r:embed="rId3">
              <a:alphaModFix/>
            </a:blip>
            <a:stretch>
              <a:fillRect l="-25549" r="-205008"/>
            </a:stretch>
          </a:blipFill>
          <a:ln>
            <a:noFill/>
          </a:ln>
        </p:spPr>
      </p:sp>
      <p:grpSp>
        <p:nvGrpSpPr>
          <p:cNvPr id="116" name="Google Shape;116;p14"/>
          <p:cNvGrpSpPr/>
          <p:nvPr/>
        </p:nvGrpSpPr>
        <p:grpSpPr>
          <a:xfrm rot="-5400000">
            <a:off x="3736098" y="-3652212"/>
            <a:ext cx="4588790" cy="12302084"/>
            <a:chOff x="0" y="-47625"/>
            <a:chExt cx="1812855" cy="4860082"/>
          </a:xfrm>
        </p:grpSpPr>
        <p:sp>
          <p:nvSpPr>
            <p:cNvPr id="117" name="Google Shape;117;p14"/>
            <p:cNvSpPr/>
            <p:nvPr/>
          </p:nvSpPr>
          <p:spPr>
            <a:xfrm>
              <a:off x="0" y="0"/>
              <a:ext cx="1812855" cy="4812457"/>
            </a:xfrm>
            <a:custGeom>
              <a:avLst/>
              <a:gdLst/>
              <a:ahLst/>
              <a:cxnLst/>
              <a:rect l="l" t="t" r="r" b="b"/>
              <a:pathLst>
                <a:path w="1812855" h="4812457" extrusionOk="0">
                  <a:moveTo>
                    <a:pt x="0" y="0"/>
                  </a:moveTo>
                  <a:lnTo>
                    <a:pt x="1812855" y="0"/>
                  </a:lnTo>
                  <a:lnTo>
                    <a:pt x="1812855" y="4812457"/>
                  </a:lnTo>
                  <a:lnTo>
                    <a:pt x="0" y="4812457"/>
                  </a:lnTo>
                  <a:close/>
                </a:path>
              </a:pathLst>
            </a:custGeom>
            <a:gradFill>
              <a:gsLst>
                <a:gs pos="0">
                  <a:srgbClr val="0F1A38"/>
                </a:gs>
                <a:gs pos="50000">
                  <a:srgbClr val="0F1A38"/>
                </a:gs>
                <a:gs pos="100000">
                  <a:srgbClr val="0F1A38">
                    <a:alpha val="0"/>
                  </a:srgbClr>
                </a:gs>
              </a:gsLst>
              <a:lin ang="0" scaled="0"/>
            </a:gradFill>
            <a:ln>
              <a:noFill/>
            </a:ln>
          </p:spPr>
        </p:sp>
        <p:sp>
          <p:nvSpPr>
            <p:cNvPr id="118" name="Google Shape;118;p14"/>
            <p:cNvSpPr txBox="1"/>
            <p:nvPr/>
          </p:nvSpPr>
          <p:spPr>
            <a:xfrm>
              <a:off x="0" y="-47625"/>
              <a:ext cx="812800" cy="8604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F1A38"/>
                </a:solidFill>
                <a:latin typeface="Calibri"/>
                <a:ea typeface="Calibri"/>
                <a:cs typeface="Calibri"/>
                <a:sym typeface="Calibri"/>
              </a:endParaRPr>
            </a:p>
          </p:txBody>
        </p:sp>
      </p:grpSp>
      <p:pic>
        <p:nvPicPr>
          <p:cNvPr id="6" name="Picture 5">
            <a:extLst>
              <a:ext uri="{FF2B5EF4-FFF2-40B4-BE49-F238E27FC236}">
                <a16:creationId xmlns:a16="http://schemas.microsoft.com/office/drawing/2014/main" id="{05B51672-E211-605B-5CBE-E09898C486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34" y="1831256"/>
            <a:ext cx="2876253" cy="216000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a:extLst>
              <a:ext uri="{FF2B5EF4-FFF2-40B4-BE49-F238E27FC236}">
                <a16:creationId xmlns:a16="http://schemas.microsoft.com/office/drawing/2014/main" id="{1B85F5F5-340E-D1B1-7A9A-D712E73D4F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44000" y="1948601"/>
            <a:ext cx="3037535" cy="211050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 name="TextBox 6">
            <a:extLst>
              <a:ext uri="{FF2B5EF4-FFF2-40B4-BE49-F238E27FC236}">
                <a16:creationId xmlns:a16="http://schemas.microsoft.com/office/drawing/2014/main" id="{D333F09A-66F0-CB07-CA8F-2F4EB098A336}"/>
              </a:ext>
            </a:extLst>
          </p:cNvPr>
          <p:cNvSpPr txBox="1"/>
          <p:nvPr/>
        </p:nvSpPr>
        <p:spPr>
          <a:xfrm>
            <a:off x="2413459" y="5266714"/>
            <a:ext cx="7704602" cy="646331"/>
          </a:xfrm>
          <a:prstGeom prst="rect">
            <a:avLst/>
          </a:prstGeom>
          <a:noFill/>
        </p:spPr>
        <p:txBody>
          <a:bodyPr wrap="square" rtlCol="0">
            <a:spAutoFit/>
          </a:bodyPr>
          <a:lstStyle/>
          <a:p>
            <a:pPr defTabSz="609630">
              <a:buClr>
                <a:srgbClr val="000000"/>
              </a:buClr>
            </a:pPr>
            <a:r>
              <a:rPr lang="fa-IR" sz="3600" kern="0" dirty="0">
                <a:solidFill>
                  <a:schemeClr val="tx2"/>
                </a:solidFill>
                <a:latin typeface="Arial"/>
                <a:cs typeface="B Titr" panose="00000700000000000000" pitchFamily="2" charset="-78"/>
                <a:sym typeface="Arial"/>
              </a:rPr>
              <a:t>نمونه ای از نویز در انتقال آنالوگ و دیجیتال</a:t>
            </a:r>
            <a:endParaRPr lang="en-US" sz="3600" kern="0" dirty="0">
              <a:solidFill>
                <a:schemeClr val="tx2"/>
              </a:solidFill>
              <a:latin typeface="Arial"/>
              <a:cs typeface="B Titr" panose="00000700000000000000" pitchFamily="2" charset="-78"/>
              <a:sym typeface="Arial"/>
            </a:endParaRPr>
          </a:p>
        </p:txBody>
      </p:sp>
      <p:pic>
        <p:nvPicPr>
          <p:cNvPr id="4" name="Picture 3">
            <a:extLst>
              <a:ext uri="{FF2B5EF4-FFF2-40B4-BE49-F238E27FC236}">
                <a16:creationId xmlns:a16="http://schemas.microsoft.com/office/drawing/2014/main" id="{FDAC9DE0-C4A9-9FB0-35BE-81542D236BF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54408" y="884902"/>
            <a:ext cx="7022705" cy="390832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 name="TextBox 4">
            <a:extLst>
              <a:ext uri="{FF2B5EF4-FFF2-40B4-BE49-F238E27FC236}">
                <a16:creationId xmlns:a16="http://schemas.microsoft.com/office/drawing/2014/main" id="{4080282F-013E-831B-2918-D6FBAEDB2821}"/>
              </a:ext>
            </a:extLst>
          </p:cNvPr>
          <p:cNvSpPr txBox="1"/>
          <p:nvPr/>
        </p:nvSpPr>
        <p:spPr>
          <a:xfrm>
            <a:off x="487780" y="6391845"/>
            <a:ext cx="6159500" cy="261610"/>
          </a:xfrm>
          <a:prstGeom prst="rect">
            <a:avLst/>
          </a:prstGeom>
          <a:noFill/>
        </p:spPr>
        <p:txBody>
          <a:bodyPr wrap="square">
            <a:spAutoFit/>
          </a:bodyPr>
          <a:lstStyle/>
          <a:p>
            <a:r>
              <a:rPr lang="en-US" sz="1100" dirty="0">
                <a:solidFill>
                  <a:schemeClr val="accent5"/>
                </a:solidFill>
              </a:rPr>
              <a:t>Presented by Amir Hossein Tehrani</a:t>
            </a:r>
          </a:p>
        </p:txBody>
      </p:sp>
      <p:sp>
        <p:nvSpPr>
          <p:cNvPr id="11" name="TextBox 10">
            <a:extLst>
              <a:ext uri="{FF2B5EF4-FFF2-40B4-BE49-F238E27FC236}">
                <a16:creationId xmlns:a16="http://schemas.microsoft.com/office/drawing/2014/main" id="{22153F67-F306-4C0D-9170-6F110EBB9355}"/>
              </a:ext>
            </a:extLst>
          </p:cNvPr>
          <p:cNvSpPr txBox="1"/>
          <p:nvPr/>
        </p:nvSpPr>
        <p:spPr>
          <a:xfrm>
            <a:off x="10440008" y="6499781"/>
            <a:ext cx="950879" cy="276999"/>
          </a:xfrm>
          <a:prstGeom prst="rect">
            <a:avLst/>
          </a:prstGeom>
          <a:noFill/>
        </p:spPr>
        <p:txBody>
          <a:bodyPr wrap="square">
            <a:spAutoFit/>
          </a:bodyPr>
          <a:lstStyle/>
          <a:p>
            <a:r>
              <a:rPr lang="en-US" sz="1200" dirty="0">
                <a:solidFill>
                  <a:schemeClr val="bg1"/>
                </a:solidFill>
              </a:rPr>
              <a:t>Book p.41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7" name="Google Shape;101;p13">
            <a:extLst>
              <a:ext uri="{FF2B5EF4-FFF2-40B4-BE49-F238E27FC236}">
                <a16:creationId xmlns:a16="http://schemas.microsoft.com/office/drawing/2014/main" id="{AFAFD3DC-DBC8-4ACA-CF97-047E8F1D76FA}"/>
              </a:ext>
            </a:extLst>
          </p:cNvPr>
          <p:cNvSpPr/>
          <p:nvPr/>
        </p:nvSpPr>
        <p:spPr>
          <a:xfrm>
            <a:off x="933182" y="418790"/>
            <a:ext cx="10782568" cy="5486400"/>
          </a:xfrm>
          <a:custGeom>
            <a:avLst/>
            <a:gdLst/>
            <a:ahLst/>
            <a:cxnLst/>
            <a:rect l="l" t="t" r="r" b="b"/>
            <a:pathLst>
              <a:path w="4259780" h="2167467" extrusionOk="0">
                <a:moveTo>
                  <a:pt x="0" y="0"/>
                </a:moveTo>
                <a:lnTo>
                  <a:pt x="4259780" y="0"/>
                </a:lnTo>
                <a:lnTo>
                  <a:pt x="4259780" y="2167467"/>
                </a:lnTo>
                <a:lnTo>
                  <a:pt x="0" y="2167467"/>
                </a:lnTo>
                <a:close/>
              </a:path>
            </a:pathLst>
          </a:custGeom>
          <a:solidFill>
            <a:srgbClr val="000000">
              <a:alpha val="0"/>
            </a:srgbClr>
          </a:solidFill>
          <a:ln w="38100" cap="sq" cmpd="sng">
            <a:solidFill>
              <a:srgbClr val="71CBEF"/>
            </a:solidFill>
            <a:prstDash val="solid"/>
            <a:miter lim="8000"/>
            <a:headEnd type="none" w="sm" len="sm"/>
            <a:tailEnd type="none" w="sm" len="sm"/>
          </a:ln>
        </p:spPr>
        <p:txBody>
          <a:bodyPr/>
          <a:lstStyle/>
          <a:p>
            <a:endParaRPr lang="en-GB" dirty="0"/>
          </a:p>
        </p:txBody>
      </p:sp>
      <p:grpSp>
        <p:nvGrpSpPr>
          <p:cNvPr id="191" name="Google Shape;191;p19"/>
          <p:cNvGrpSpPr/>
          <p:nvPr/>
        </p:nvGrpSpPr>
        <p:grpSpPr>
          <a:xfrm>
            <a:off x="808814" y="446880"/>
            <a:ext cx="10782568" cy="5725320"/>
            <a:chOff x="0" y="-47625"/>
            <a:chExt cx="4259780" cy="2261855"/>
          </a:xfrm>
        </p:grpSpPr>
        <p:sp>
          <p:nvSpPr>
            <p:cNvPr id="192" name="Google Shape;192;p19"/>
            <p:cNvSpPr/>
            <p:nvPr/>
          </p:nvSpPr>
          <p:spPr>
            <a:xfrm>
              <a:off x="0" y="0"/>
              <a:ext cx="4259780" cy="2214230"/>
            </a:xfrm>
            <a:custGeom>
              <a:avLst/>
              <a:gdLst/>
              <a:ahLst/>
              <a:cxnLst/>
              <a:rect l="l" t="t" r="r" b="b"/>
              <a:pathLst>
                <a:path w="4259780" h="2214230" extrusionOk="0">
                  <a:moveTo>
                    <a:pt x="0" y="0"/>
                  </a:moveTo>
                  <a:lnTo>
                    <a:pt x="4259780" y="0"/>
                  </a:lnTo>
                  <a:lnTo>
                    <a:pt x="4259780" y="2214230"/>
                  </a:lnTo>
                  <a:lnTo>
                    <a:pt x="0" y="2214230"/>
                  </a:lnTo>
                  <a:close/>
                </a:path>
              </a:pathLst>
            </a:custGeom>
            <a:solidFill>
              <a:srgbClr val="000000">
                <a:alpha val="0"/>
              </a:srgbClr>
            </a:solidFill>
            <a:ln w="38100" cap="sq" cmpd="sng">
              <a:solidFill>
                <a:srgbClr val="71CBEF"/>
              </a:solidFill>
              <a:prstDash val="solid"/>
              <a:miter lim="8000"/>
              <a:headEnd type="none" w="sm" len="sm"/>
              <a:tailEnd type="none" w="sm" len="sm"/>
            </a:ln>
          </p:spPr>
        </p:sp>
        <p:sp>
          <p:nvSpPr>
            <p:cNvPr id="193" name="Google Shape;193;p19"/>
            <p:cNvSpPr txBox="1"/>
            <p:nvPr/>
          </p:nvSpPr>
          <p:spPr>
            <a:xfrm>
              <a:off x="0" y="-47625"/>
              <a:ext cx="812800" cy="860425"/>
            </a:xfrm>
            <a:prstGeom prst="rect">
              <a:avLst/>
            </a:prstGeom>
            <a:noFill/>
            <a:ln>
              <a:noFill/>
            </a:ln>
          </p:spPr>
          <p:txBody>
            <a:bodyPr spcFirstLastPara="1" wrap="square" lIns="33867" tIns="33867" rIns="33867" bIns="33867" anchor="ctr" anchorCtr="0">
              <a:noAutofit/>
            </a:bodyPr>
            <a:lstStyle/>
            <a:p>
              <a:pPr algn="ctr">
                <a:lnSpc>
                  <a:spcPct val="186611"/>
                </a:lnSpc>
              </a:pPr>
              <a:endParaRPr sz="1200">
                <a:solidFill>
                  <a:schemeClr val="dk1"/>
                </a:solidFill>
                <a:latin typeface="Calibri"/>
                <a:ea typeface="Calibri"/>
                <a:cs typeface="Calibri"/>
                <a:sym typeface="Calibri"/>
              </a:endParaRPr>
            </a:p>
          </p:txBody>
        </p:sp>
      </p:grpSp>
      <p:sp>
        <p:nvSpPr>
          <p:cNvPr id="2" name="TextBox 1">
            <a:extLst>
              <a:ext uri="{FF2B5EF4-FFF2-40B4-BE49-F238E27FC236}">
                <a16:creationId xmlns:a16="http://schemas.microsoft.com/office/drawing/2014/main" id="{626E9726-7B42-5DF6-15AF-9DDFFFFDAF4F}"/>
              </a:ext>
            </a:extLst>
          </p:cNvPr>
          <p:cNvSpPr txBox="1"/>
          <p:nvPr/>
        </p:nvSpPr>
        <p:spPr>
          <a:xfrm>
            <a:off x="4537542" y="1071716"/>
            <a:ext cx="6833922" cy="584775"/>
          </a:xfrm>
          <a:prstGeom prst="rect">
            <a:avLst/>
          </a:prstGeom>
          <a:noFill/>
        </p:spPr>
        <p:txBody>
          <a:bodyPr wrap="none" rtlCol="0">
            <a:spAutoFit/>
          </a:bodyPr>
          <a:lstStyle/>
          <a:p>
            <a:pPr algn="ctr"/>
            <a:r>
              <a:rPr lang="fa-IR" sz="3200" dirty="0">
                <a:solidFill>
                  <a:schemeClr val="tx2"/>
                </a:solidFill>
                <a:cs typeface="B Titr" panose="00000700000000000000" pitchFamily="2" charset="-78"/>
              </a:rPr>
              <a:t>حالت مداری و حالت بسته ای و نمونه برداری :</a:t>
            </a:r>
          </a:p>
        </p:txBody>
      </p:sp>
      <p:sp>
        <p:nvSpPr>
          <p:cNvPr id="3" name="TextBox 2">
            <a:extLst>
              <a:ext uri="{FF2B5EF4-FFF2-40B4-BE49-F238E27FC236}">
                <a16:creationId xmlns:a16="http://schemas.microsoft.com/office/drawing/2014/main" id="{C73F6C28-90C1-A123-D51A-1411F4F44866}"/>
              </a:ext>
            </a:extLst>
          </p:cNvPr>
          <p:cNvSpPr txBox="1"/>
          <p:nvPr/>
        </p:nvSpPr>
        <p:spPr>
          <a:xfrm>
            <a:off x="3415465" y="1899166"/>
            <a:ext cx="6883616" cy="523220"/>
          </a:xfrm>
          <a:prstGeom prst="rect">
            <a:avLst/>
          </a:prstGeom>
          <a:noFill/>
        </p:spPr>
        <p:txBody>
          <a:bodyPr wrap="none" rtlCol="0">
            <a:spAutoFit/>
          </a:bodyPr>
          <a:lstStyle/>
          <a:p>
            <a:r>
              <a:rPr lang="fa-IR" sz="2800" dirty="0">
                <a:solidFill>
                  <a:schemeClr val="accent5"/>
                </a:solidFill>
                <a:cs typeface="B Titr" panose="00000700000000000000" pitchFamily="2" charset="-78"/>
              </a:rPr>
              <a:t>دو نمونه از روش های انتقال اطلاعات در شبکه هستند.</a:t>
            </a:r>
            <a:endParaRPr lang="en-GB" sz="2800" dirty="0">
              <a:solidFill>
                <a:schemeClr val="accent5"/>
              </a:solidFill>
              <a:cs typeface="B Titr" panose="00000700000000000000" pitchFamily="2" charset="-78"/>
            </a:endParaRPr>
          </a:p>
        </p:txBody>
      </p:sp>
      <p:pic>
        <p:nvPicPr>
          <p:cNvPr id="6" name="Picture 5">
            <a:extLst>
              <a:ext uri="{FF2B5EF4-FFF2-40B4-BE49-F238E27FC236}">
                <a16:creationId xmlns:a16="http://schemas.microsoft.com/office/drawing/2014/main" id="{C5AD9424-051F-7ABD-3ABE-429B453077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49733" y="2988225"/>
            <a:ext cx="3892535" cy="3869775"/>
          </a:xfrm>
          <a:prstGeom prst="rect">
            <a:avLst/>
          </a:prstGeom>
          <a:ln>
            <a:noFill/>
          </a:ln>
          <a:effectLst>
            <a:softEdge rad="112500"/>
          </a:effectLst>
        </p:spPr>
      </p:pic>
      <p:pic>
        <p:nvPicPr>
          <p:cNvPr id="10" name="Picture 9">
            <a:extLst>
              <a:ext uri="{FF2B5EF4-FFF2-40B4-BE49-F238E27FC236}">
                <a16:creationId xmlns:a16="http://schemas.microsoft.com/office/drawing/2014/main" id="{DBDC04E9-18E8-1FB4-1072-EB5BE58D66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84" y="2867506"/>
            <a:ext cx="4351044" cy="3990494"/>
          </a:xfrm>
          <a:prstGeom prst="rect">
            <a:avLst/>
          </a:prstGeom>
          <a:ln>
            <a:noFill/>
          </a:ln>
          <a:effectLst>
            <a:softEdge rad="112500"/>
          </a:effectLst>
        </p:spPr>
      </p:pic>
      <p:pic>
        <p:nvPicPr>
          <p:cNvPr id="12" name="Picture 11">
            <a:extLst>
              <a:ext uri="{FF2B5EF4-FFF2-40B4-BE49-F238E27FC236}">
                <a16:creationId xmlns:a16="http://schemas.microsoft.com/office/drawing/2014/main" id="{D68C3F99-E7E4-F975-D803-A6BF735F7E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14968" y="2988224"/>
            <a:ext cx="4266505" cy="3869775"/>
          </a:xfrm>
          <a:prstGeom prst="rect">
            <a:avLst/>
          </a:prstGeom>
          <a:ln>
            <a:noFill/>
          </a:ln>
          <a:effectLst>
            <a:softEdge rad="112500"/>
          </a:effectLst>
        </p:spPr>
      </p:pic>
      <p:sp>
        <p:nvSpPr>
          <p:cNvPr id="14" name="Google Shape;104;p13">
            <a:extLst>
              <a:ext uri="{FF2B5EF4-FFF2-40B4-BE49-F238E27FC236}">
                <a16:creationId xmlns:a16="http://schemas.microsoft.com/office/drawing/2014/main" id="{A6E00176-7E8A-40A7-30C1-90D2068D13FA}"/>
              </a:ext>
            </a:extLst>
          </p:cNvPr>
          <p:cNvSpPr/>
          <p:nvPr/>
        </p:nvSpPr>
        <p:spPr>
          <a:xfrm>
            <a:off x="662769" y="659202"/>
            <a:ext cx="2920789" cy="2479928"/>
          </a:xfrm>
          <a:custGeom>
            <a:avLst/>
            <a:gdLst/>
            <a:ahLst/>
            <a:cxnLst/>
            <a:rect l="l" t="t" r="r" b="b"/>
            <a:pathLst>
              <a:path w="4722948" h="4344779" extrusionOk="0">
                <a:moveTo>
                  <a:pt x="0" y="0"/>
                </a:moveTo>
                <a:lnTo>
                  <a:pt x="4722948" y="0"/>
                </a:lnTo>
                <a:lnTo>
                  <a:pt x="4722948" y="4344779"/>
                </a:lnTo>
                <a:lnTo>
                  <a:pt x="0" y="4344779"/>
                </a:lnTo>
                <a:lnTo>
                  <a:pt x="0" y="0"/>
                </a:lnTo>
                <a:close/>
              </a:path>
            </a:pathLst>
          </a:custGeom>
          <a:blipFill rotWithShape="1">
            <a:blip r:embed="rId6">
              <a:alphaModFix/>
            </a:blip>
            <a:stretch>
              <a:fillRect t="-8703"/>
            </a:stretch>
          </a:blipFill>
          <a:ln>
            <a:noFill/>
          </a:ln>
        </p:spPr>
      </p:sp>
      <p:sp>
        <p:nvSpPr>
          <p:cNvPr id="5" name="TextBox 4">
            <a:extLst>
              <a:ext uri="{FF2B5EF4-FFF2-40B4-BE49-F238E27FC236}">
                <a16:creationId xmlns:a16="http://schemas.microsoft.com/office/drawing/2014/main" id="{83C24984-C0C5-B313-D6D5-5CB36FBA0425}"/>
              </a:ext>
            </a:extLst>
          </p:cNvPr>
          <p:cNvSpPr txBox="1"/>
          <p:nvPr/>
        </p:nvSpPr>
        <p:spPr>
          <a:xfrm>
            <a:off x="335715" y="6384294"/>
            <a:ext cx="6159500" cy="261610"/>
          </a:xfrm>
          <a:prstGeom prst="rect">
            <a:avLst/>
          </a:prstGeom>
          <a:noFill/>
        </p:spPr>
        <p:txBody>
          <a:bodyPr wrap="square">
            <a:spAutoFit/>
          </a:bodyPr>
          <a:lstStyle/>
          <a:p>
            <a:r>
              <a:rPr lang="en-US" sz="1100" dirty="0">
                <a:solidFill>
                  <a:schemeClr val="accent5"/>
                </a:solidFill>
              </a:rPr>
              <a:t>Presented by Amir Hossein Tehrani</a:t>
            </a:r>
          </a:p>
        </p:txBody>
      </p:sp>
      <p:sp>
        <p:nvSpPr>
          <p:cNvPr id="13" name="TextBox 12">
            <a:extLst>
              <a:ext uri="{FF2B5EF4-FFF2-40B4-BE49-F238E27FC236}">
                <a16:creationId xmlns:a16="http://schemas.microsoft.com/office/drawing/2014/main" id="{51EB80A9-EC38-4601-A5E2-392A90944646}"/>
              </a:ext>
            </a:extLst>
          </p:cNvPr>
          <p:cNvSpPr txBox="1"/>
          <p:nvPr/>
        </p:nvSpPr>
        <p:spPr>
          <a:xfrm>
            <a:off x="10430483" y="6499781"/>
            <a:ext cx="950879" cy="276999"/>
          </a:xfrm>
          <a:prstGeom prst="rect">
            <a:avLst/>
          </a:prstGeom>
          <a:noFill/>
        </p:spPr>
        <p:txBody>
          <a:bodyPr wrap="square">
            <a:spAutoFit/>
          </a:bodyPr>
          <a:lstStyle/>
          <a:p>
            <a:r>
              <a:rPr lang="en-US" sz="1200" dirty="0">
                <a:solidFill>
                  <a:schemeClr val="bg1"/>
                </a:solidFill>
              </a:rPr>
              <a:t>Book p.42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61" name="Google Shape;161;p17"/>
          <p:cNvSpPr/>
          <p:nvPr/>
        </p:nvSpPr>
        <p:spPr>
          <a:xfrm>
            <a:off x="464497" y="685800"/>
            <a:ext cx="10836343" cy="5486400"/>
          </a:xfrm>
          <a:custGeom>
            <a:avLst/>
            <a:gdLst/>
            <a:ahLst/>
            <a:cxnLst/>
            <a:rect l="l" t="t" r="r" b="b"/>
            <a:pathLst>
              <a:path w="4259780" h="2167467" extrusionOk="0">
                <a:moveTo>
                  <a:pt x="0" y="0"/>
                </a:moveTo>
                <a:lnTo>
                  <a:pt x="4259780" y="0"/>
                </a:lnTo>
                <a:lnTo>
                  <a:pt x="4259780" y="2167467"/>
                </a:lnTo>
                <a:lnTo>
                  <a:pt x="0" y="2167467"/>
                </a:lnTo>
                <a:close/>
              </a:path>
            </a:pathLst>
          </a:custGeom>
          <a:solidFill>
            <a:srgbClr val="000000">
              <a:alpha val="0"/>
            </a:srgbClr>
          </a:solidFill>
          <a:ln w="38100" cap="sq" cmpd="sng">
            <a:solidFill>
              <a:srgbClr val="71CBEF"/>
            </a:solidFill>
            <a:prstDash val="solid"/>
            <a:miter lim="8000"/>
            <a:headEnd type="none" w="sm" len="sm"/>
            <a:tailEnd type="none" w="sm" len="sm"/>
          </a:ln>
        </p:spPr>
        <p:txBody>
          <a:bodyPr/>
          <a:lstStyle/>
          <a:p>
            <a:r>
              <a:rPr lang="fa-IR" sz="1200" dirty="0"/>
              <a:t>ار</a:t>
            </a:r>
            <a:endParaRPr lang="en-GB" sz="1200" dirty="0"/>
          </a:p>
        </p:txBody>
      </p:sp>
      <p:sp>
        <p:nvSpPr>
          <p:cNvPr id="2" name="TextBox 1">
            <a:extLst>
              <a:ext uri="{FF2B5EF4-FFF2-40B4-BE49-F238E27FC236}">
                <a16:creationId xmlns:a16="http://schemas.microsoft.com/office/drawing/2014/main" id="{0B37B397-F946-90D3-E684-A1F7E3AC21CD}"/>
              </a:ext>
            </a:extLst>
          </p:cNvPr>
          <p:cNvSpPr txBox="1"/>
          <p:nvPr/>
        </p:nvSpPr>
        <p:spPr>
          <a:xfrm>
            <a:off x="6564598" y="806503"/>
            <a:ext cx="4559261" cy="984885"/>
          </a:xfrm>
          <a:prstGeom prst="rect">
            <a:avLst/>
          </a:prstGeom>
          <a:noFill/>
        </p:spPr>
        <p:txBody>
          <a:bodyPr wrap="none" rtlCol="0">
            <a:spAutoFit/>
          </a:bodyPr>
          <a:lstStyle/>
          <a:p>
            <a:pPr algn="r"/>
            <a:r>
              <a:rPr lang="fa-IR" sz="4000" dirty="0">
                <a:solidFill>
                  <a:schemeClr val="tx2"/>
                </a:solidFill>
                <a:cs typeface="B Titr" panose="00000700000000000000" pitchFamily="2" charset="-78"/>
              </a:rPr>
              <a:t>یکپارچه سازی دیجیتال:</a:t>
            </a:r>
          </a:p>
          <a:p>
            <a:endParaRPr lang="en-GB" dirty="0">
              <a:solidFill>
                <a:schemeClr val="bg1"/>
              </a:solidFill>
            </a:endParaRPr>
          </a:p>
        </p:txBody>
      </p:sp>
      <p:pic>
        <p:nvPicPr>
          <p:cNvPr id="5" name="Picture 4">
            <a:extLst>
              <a:ext uri="{FF2B5EF4-FFF2-40B4-BE49-F238E27FC236}">
                <a16:creationId xmlns:a16="http://schemas.microsoft.com/office/drawing/2014/main" id="{57F34ABF-1FBE-4EDB-CDC0-AB8EE8D981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60" y="2062839"/>
            <a:ext cx="6136498" cy="340009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 name="TextBox 6">
            <a:extLst>
              <a:ext uri="{FF2B5EF4-FFF2-40B4-BE49-F238E27FC236}">
                <a16:creationId xmlns:a16="http://schemas.microsoft.com/office/drawing/2014/main" id="{55078E7E-400B-6175-5E24-40703942634D}"/>
              </a:ext>
            </a:extLst>
          </p:cNvPr>
          <p:cNvSpPr txBox="1"/>
          <p:nvPr/>
        </p:nvSpPr>
        <p:spPr>
          <a:xfrm>
            <a:off x="6685148" y="1601174"/>
            <a:ext cx="4438711" cy="461665"/>
          </a:xfrm>
          <a:prstGeom prst="rect">
            <a:avLst/>
          </a:prstGeom>
          <a:noFill/>
        </p:spPr>
        <p:txBody>
          <a:bodyPr wrap="square" rtlCol="0">
            <a:spAutoFit/>
          </a:bodyPr>
          <a:lstStyle/>
          <a:p>
            <a:pPr algn="r"/>
            <a:r>
              <a:rPr lang="fa-IR" sz="2400" dirty="0">
                <a:solidFill>
                  <a:schemeClr val="bg1"/>
                </a:solidFill>
                <a:cs typeface="B Titr" panose="00000700000000000000" pitchFamily="2" charset="-78"/>
              </a:rPr>
              <a:t>ارائه همه خدمات در یک زیرساخت</a:t>
            </a:r>
            <a:endParaRPr lang="en-GB" sz="2400" dirty="0">
              <a:solidFill>
                <a:schemeClr val="bg1"/>
              </a:solidFill>
              <a:cs typeface="B Titr" panose="00000700000000000000" pitchFamily="2" charset="-78"/>
            </a:endParaRPr>
          </a:p>
        </p:txBody>
      </p:sp>
      <p:sp>
        <p:nvSpPr>
          <p:cNvPr id="4" name="TextBox 3">
            <a:extLst>
              <a:ext uri="{FF2B5EF4-FFF2-40B4-BE49-F238E27FC236}">
                <a16:creationId xmlns:a16="http://schemas.microsoft.com/office/drawing/2014/main" id="{5A68B724-B1C1-52BA-428C-B31A0F129A1D}"/>
              </a:ext>
            </a:extLst>
          </p:cNvPr>
          <p:cNvSpPr txBox="1"/>
          <p:nvPr/>
        </p:nvSpPr>
        <p:spPr>
          <a:xfrm>
            <a:off x="464497" y="6443651"/>
            <a:ext cx="6159500" cy="261610"/>
          </a:xfrm>
          <a:prstGeom prst="rect">
            <a:avLst/>
          </a:prstGeom>
          <a:noFill/>
        </p:spPr>
        <p:txBody>
          <a:bodyPr wrap="square">
            <a:spAutoFit/>
          </a:bodyPr>
          <a:lstStyle/>
          <a:p>
            <a:r>
              <a:rPr lang="en-US" sz="1100" dirty="0">
                <a:solidFill>
                  <a:schemeClr val="accent5"/>
                </a:solidFill>
              </a:rPr>
              <a:t>Presented by Amir Hossein Tehrani</a:t>
            </a:r>
          </a:p>
        </p:txBody>
      </p:sp>
      <p:sp>
        <p:nvSpPr>
          <p:cNvPr id="6" name="Google Shape;101;p13">
            <a:extLst>
              <a:ext uri="{FF2B5EF4-FFF2-40B4-BE49-F238E27FC236}">
                <a16:creationId xmlns:a16="http://schemas.microsoft.com/office/drawing/2014/main" id="{DB1B5190-6AAB-11BE-E2A0-7E052AD3A20A}"/>
              </a:ext>
            </a:extLst>
          </p:cNvPr>
          <p:cNvSpPr/>
          <p:nvPr/>
        </p:nvSpPr>
        <p:spPr>
          <a:xfrm>
            <a:off x="616516" y="537210"/>
            <a:ext cx="10836344" cy="5795009"/>
          </a:xfrm>
          <a:custGeom>
            <a:avLst/>
            <a:gdLst/>
            <a:ahLst/>
            <a:cxnLst/>
            <a:rect l="l" t="t" r="r" b="b"/>
            <a:pathLst>
              <a:path w="4259780" h="2167467" extrusionOk="0">
                <a:moveTo>
                  <a:pt x="0" y="0"/>
                </a:moveTo>
                <a:lnTo>
                  <a:pt x="4259780" y="0"/>
                </a:lnTo>
                <a:lnTo>
                  <a:pt x="4259780" y="2167467"/>
                </a:lnTo>
                <a:lnTo>
                  <a:pt x="0" y="2167467"/>
                </a:lnTo>
                <a:close/>
              </a:path>
            </a:pathLst>
          </a:custGeom>
          <a:solidFill>
            <a:srgbClr val="000000">
              <a:alpha val="0"/>
            </a:srgbClr>
          </a:solidFill>
          <a:ln w="38100" cap="sq" cmpd="sng">
            <a:solidFill>
              <a:srgbClr val="71CBEF"/>
            </a:solidFill>
            <a:prstDash val="solid"/>
            <a:miter lim="8000"/>
            <a:headEnd type="none" w="sm" len="sm"/>
            <a:tailEnd type="none" w="sm" len="sm"/>
          </a:ln>
        </p:spPr>
        <p:txBody>
          <a:bodyPr/>
          <a:lstStyle/>
          <a:p>
            <a:endParaRPr lang="en-GB" dirty="0"/>
          </a:p>
        </p:txBody>
      </p:sp>
      <p:sp>
        <p:nvSpPr>
          <p:cNvPr id="8" name="TextBox 7">
            <a:extLst>
              <a:ext uri="{FF2B5EF4-FFF2-40B4-BE49-F238E27FC236}">
                <a16:creationId xmlns:a16="http://schemas.microsoft.com/office/drawing/2014/main" id="{9C1D7565-DB8A-4267-B310-E23AFB2C558B}"/>
              </a:ext>
            </a:extLst>
          </p:cNvPr>
          <p:cNvSpPr txBox="1"/>
          <p:nvPr/>
        </p:nvSpPr>
        <p:spPr>
          <a:xfrm>
            <a:off x="10430483" y="6499781"/>
            <a:ext cx="950879" cy="276999"/>
          </a:xfrm>
          <a:prstGeom prst="rect">
            <a:avLst/>
          </a:prstGeom>
          <a:noFill/>
        </p:spPr>
        <p:txBody>
          <a:bodyPr wrap="square">
            <a:spAutoFit/>
          </a:bodyPr>
          <a:lstStyle/>
          <a:p>
            <a:r>
              <a:rPr lang="en-US" sz="1200" dirty="0">
                <a:solidFill>
                  <a:schemeClr val="bg1"/>
                </a:solidFill>
              </a:rPr>
              <a:t>Book p.43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6" name="Google Shape;101;p13">
            <a:extLst>
              <a:ext uri="{FF2B5EF4-FFF2-40B4-BE49-F238E27FC236}">
                <a16:creationId xmlns:a16="http://schemas.microsoft.com/office/drawing/2014/main" id="{AD013164-F51B-8ABB-AA65-ACC06E9E0FAE}"/>
              </a:ext>
            </a:extLst>
          </p:cNvPr>
          <p:cNvSpPr/>
          <p:nvPr/>
        </p:nvSpPr>
        <p:spPr>
          <a:xfrm>
            <a:off x="194310" y="136589"/>
            <a:ext cx="11808500" cy="6322750"/>
          </a:xfrm>
          <a:custGeom>
            <a:avLst/>
            <a:gdLst/>
            <a:ahLst/>
            <a:cxnLst/>
            <a:rect l="l" t="t" r="r" b="b"/>
            <a:pathLst>
              <a:path w="4259780" h="2167467" extrusionOk="0">
                <a:moveTo>
                  <a:pt x="0" y="0"/>
                </a:moveTo>
                <a:lnTo>
                  <a:pt x="4259780" y="0"/>
                </a:lnTo>
                <a:lnTo>
                  <a:pt x="4259780" y="2167467"/>
                </a:lnTo>
                <a:lnTo>
                  <a:pt x="0" y="2167467"/>
                </a:lnTo>
                <a:close/>
              </a:path>
            </a:pathLst>
          </a:custGeom>
          <a:solidFill>
            <a:srgbClr val="000000">
              <a:alpha val="0"/>
            </a:srgbClr>
          </a:solidFill>
          <a:ln w="38100" cap="sq" cmpd="sng">
            <a:solidFill>
              <a:srgbClr val="71CBEF"/>
            </a:solidFill>
            <a:prstDash val="solid"/>
            <a:miter lim="8000"/>
            <a:headEnd type="none" w="sm" len="sm"/>
            <a:tailEnd type="none" w="sm" len="sm"/>
          </a:ln>
        </p:spPr>
        <p:txBody>
          <a:bodyPr/>
          <a:lstStyle/>
          <a:p>
            <a:r>
              <a:rPr lang="fa-IR" dirty="0"/>
              <a:t>مدا</a:t>
            </a:r>
            <a:endParaRPr lang="en-GB" dirty="0"/>
          </a:p>
        </p:txBody>
      </p:sp>
      <p:pic>
        <p:nvPicPr>
          <p:cNvPr id="288" name="Google Shape;288;p23"/>
          <p:cNvPicPr preferRelativeResize="0"/>
          <p:nvPr/>
        </p:nvPicPr>
        <p:blipFill>
          <a:blip r:embed="rId3">
            <a:alphaModFix/>
          </a:blip>
          <a:stretch>
            <a:fillRect/>
          </a:stretch>
        </p:blipFill>
        <p:spPr>
          <a:xfrm>
            <a:off x="-372055" y="0"/>
            <a:ext cx="6858001" cy="6858001"/>
          </a:xfrm>
          <a:prstGeom prst="rect">
            <a:avLst/>
          </a:prstGeom>
          <a:noFill/>
          <a:ln>
            <a:noFill/>
          </a:ln>
        </p:spPr>
      </p:pic>
      <p:sp>
        <p:nvSpPr>
          <p:cNvPr id="2" name="TextBox 1">
            <a:extLst>
              <a:ext uri="{FF2B5EF4-FFF2-40B4-BE49-F238E27FC236}">
                <a16:creationId xmlns:a16="http://schemas.microsoft.com/office/drawing/2014/main" id="{FC2EE8C8-9DE7-2BF7-BB1D-AA60E58C9FEB}"/>
              </a:ext>
            </a:extLst>
          </p:cNvPr>
          <p:cNvSpPr txBox="1"/>
          <p:nvPr/>
        </p:nvSpPr>
        <p:spPr>
          <a:xfrm>
            <a:off x="5293138" y="228029"/>
            <a:ext cx="6356164" cy="954107"/>
          </a:xfrm>
          <a:prstGeom prst="rect">
            <a:avLst/>
          </a:prstGeom>
          <a:noFill/>
        </p:spPr>
        <p:txBody>
          <a:bodyPr wrap="none" rtlCol="0">
            <a:spAutoFit/>
          </a:bodyPr>
          <a:lstStyle/>
          <a:p>
            <a:pPr algn="r" rtl="1"/>
            <a:r>
              <a:rPr lang="en-GB" sz="2800" b="1" dirty="0" err="1">
                <a:solidFill>
                  <a:schemeClr val="tx2"/>
                </a:solidFill>
                <a:cs typeface="B Titr" panose="00000700000000000000" pitchFamily="2" charset="-78"/>
              </a:rPr>
              <a:t>یکپارچه</a:t>
            </a:r>
            <a:r>
              <a:rPr lang="en-GB" sz="2800" b="1" dirty="0">
                <a:solidFill>
                  <a:schemeClr val="tx2"/>
                </a:solidFill>
                <a:cs typeface="B Titr" panose="00000700000000000000" pitchFamily="2" charset="-78"/>
              </a:rPr>
              <a:t> </a:t>
            </a:r>
            <a:r>
              <a:rPr lang="en-GB" sz="2800" b="1" dirty="0" err="1">
                <a:solidFill>
                  <a:schemeClr val="tx2"/>
                </a:solidFill>
                <a:cs typeface="B Titr" panose="00000700000000000000" pitchFamily="2" charset="-78"/>
              </a:rPr>
              <a:t>سازی</a:t>
            </a:r>
            <a:r>
              <a:rPr lang="en-GB" sz="2800" b="1" dirty="0">
                <a:solidFill>
                  <a:schemeClr val="tx2"/>
                </a:solidFill>
                <a:cs typeface="B Titr" panose="00000700000000000000" pitchFamily="2" charset="-78"/>
              </a:rPr>
              <a:t> </a:t>
            </a:r>
            <a:r>
              <a:rPr lang="en-GB" sz="2800" b="1" dirty="0" err="1">
                <a:solidFill>
                  <a:schemeClr val="tx2"/>
                </a:solidFill>
                <a:cs typeface="B Titr" panose="00000700000000000000" pitchFamily="2" charset="-78"/>
              </a:rPr>
              <a:t>دیجیتال</a:t>
            </a:r>
            <a:r>
              <a:rPr lang="en-GB" sz="2800" b="1" dirty="0">
                <a:solidFill>
                  <a:schemeClr val="tx2"/>
                </a:solidFill>
                <a:cs typeface="B Titr" panose="00000700000000000000" pitchFamily="2" charset="-78"/>
              </a:rPr>
              <a:t> و </a:t>
            </a:r>
            <a:r>
              <a:rPr lang="fa-IR" sz="2800" b="1" dirty="0">
                <a:solidFill>
                  <a:schemeClr val="tx2"/>
                </a:solidFill>
                <a:cs typeface="B Titr" panose="00000700000000000000" pitchFamily="2" charset="-78"/>
              </a:rPr>
              <a:t>ر</a:t>
            </a:r>
            <a:r>
              <a:rPr lang="en-GB" sz="2800" b="1" dirty="0" err="1">
                <a:solidFill>
                  <a:schemeClr val="tx2"/>
                </a:solidFill>
                <a:cs typeface="B Titr" panose="00000700000000000000" pitchFamily="2" charset="-78"/>
              </a:rPr>
              <a:t>کود</a:t>
            </a:r>
            <a:r>
              <a:rPr lang="en-GB" sz="2800" b="1" dirty="0">
                <a:solidFill>
                  <a:schemeClr val="tx2"/>
                </a:solidFill>
                <a:cs typeface="B Titr" panose="00000700000000000000" pitchFamily="2" charset="-78"/>
              </a:rPr>
              <a:t> BISDN</a:t>
            </a:r>
          </a:p>
          <a:p>
            <a:br>
              <a:rPr lang="en-GB" sz="1400" dirty="0">
                <a:solidFill>
                  <a:schemeClr val="bg1"/>
                </a:solidFill>
                <a:cs typeface="B Titr" panose="00000700000000000000" pitchFamily="2" charset="-78"/>
              </a:rPr>
            </a:br>
            <a:endParaRPr lang="en-GB" sz="1400" dirty="0">
              <a:solidFill>
                <a:schemeClr val="bg1"/>
              </a:solidFill>
              <a:cs typeface="B Titr" panose="00000700000000000000" pitchFamily="2" charset="-78"/>
            </a:endParaRPr>
          </a:p>
        </p:txBody>
      </p:sp>
      <p:pic>
        <p:nvPicPr>
          <p:cNvPr id="5" name="Picture 4">
            <a:extLst>
              <a:ext uri="{FF2B5EF4-FFF2-40B4-BE49-F238E27FC236}">
                <a16:creationId xmlns:a16="http://schemas.microsoft.com/office/drawing/2014/main" id="{E65A5352-4EAC-882C-48CD-7D3C4943EE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42219" y="2304477"/>
            <a:ext cx="6858001" cy="368135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 name="TextBox 6">
            <a:extLst>
              <a:ext uri="{FF2B5EF4-FFF2-40B4-BE49-F238E27FC236}">
                <a16:creationId xmlns:a16="http://schemas.microsoft.com/office/drawing/2014/main" id="{D775AACA-87F7-F723-B6EE-B3C59B002C73}"/>
              </a:ext>
            </a:extLst>
          </p:cNvPr>
          <p:cNvSpPr txBox="1"/>
          <p:nvPr/>
        </p:nvSpPr>
        <p:spPr>
          <a:xfrm>
            <a:off x="5751871" y="818727"/>
            <a:ext cx="5897431" cy="1200329"/>
          </a:xfrm>
          <a:prstGeom prst="rect">
            <a:avLst/>
          </a:prstGeom>
          <a:noFill/>
        </p:spPr>
        <p:txBody>
          <a:bodyPr wrap="square" rtlCol="0">
            <a:spAutoFit/>
          </a:bodyPr>
          <a:lstStyle/>
          <a:p>
            <a:pPr algn="r" rtl="1"/>
            <a:r>
              <a:rPr lang="en-GB" sz="2400" b="1" dirty="0">
                <a:solidFill>
                  <a:schemeClr val="bg1"/>
                </a:solidFill>
                <a:cs typeface="B Titr" panose="00000700000000000000" pitchFamily="2" charset="-78"/>
              </a:rPr>
              <a:t>BISDN</a:t>
            </a:r>
            <a:r>
              <a:rPr lang="fa-IR" sz="2400" b="1" dirty="0">
                <a:solidFill>
                  <a:schemeClr val="bg1"/>
                </a:solidFill>
                <a:cs typeface="B Titr" panose="00000700000000000000" pitchFamily="2" charset="-78"/>
              </a:rPr>
              <a:t>چیست؟</a:t>
            </a:r>
            <a:endParaRPr lang="en-GB" sz="2400" b="1" dirty="0">
              <a:solidFill>
                <a:schemeClr val="bg1"/>
              </a:solidFill>
              <a:cs typeface="B Titr" panose="00000700000000000000" pitchFamily="2" charset="-78"/>
            </a:endParaRPr>
          </a:p>
          <a:p>
            <a:pPr algn="r" rtl="1"/>
            <a:r>
              <a:rPr lang="en-GB" sz="2400" b="1" dirty="0">
                <a:solidFill>
                  <a:schemeClr val="bg1"/>
                </a:solidFill>
                <a:cs typeface="B Titr" panose="00000700000000000000" pitchFamily="2" charset="-78"/>
              </a:rPr>
              <a:t>ADSL</a:t>
            </a:r>
            <a:r>
              <a:rPr lang="fa-IR" sz="2400" b="1" dirty="0">
                <a:solidFill>
                  <a:schemeClr val="bg1"/>
                </a:solidFill>
                <a:cs typeface="B Titr" panose="00000700000000000000" pitchFamily="2" charset="-78"/>
              </a:rPr>
              <a:t> چیست؟</a:t>
            </a:r>
          </a:p>
          <a:p>
            <a:pPr algn="r" rtl="1"/>
            <a:r>
              <a:rPr lang="en-GB" sz="2400" b="1" dirty="0">
                <a:solidFill>
                  <a:schemeClr val="bg1"/>
                </a:solidFill>
                <a:cs typeface="B Titr" panose="00000700000000000000" pitchFamily="2" charset="-78"/>
              </a:rPr>
              <a:t> ATM</a:t>
            </a:r>
            <a:r>
              <a:rPr lang="fa-IR" sz="2400" b="1" dirty="0">
                <a:solidFill>
                  <a:schemeClr val="bg1"/>
                </a:solidFill>
                <a:cs typeface="B Titr" panose="00000700000000000000" pitchFamily="2" charset="-78"/>
              </a:rPr>
              <a:t>چیست: اشاره ای کوچک به این تکنولوژی</a:t>
            </a:r>
          </a:p>
        </p:txBody>
      </p:sp>
      <p:sp>
        <p:nvSpPr>
          <p:cNvPr id="4" name="TextBox 3">
            <a:extLst>
              <a:ext uri="{FF2B5EF4-FFF2-40B4-BE49-F238E27FC236}">
                <a16:creationId xmlns:a16="http://schemas.microsoft.com/office/drawing/2014/main" id="{BED25F56-0C7C-D118-30F0-0050FD3CB273}"/>
              </a:ext>
            </a:extLst>
          </p:cNvPr>
          <p:cNvSpPr txBox="1"/>
          <p:nvPr/>
        </p:nvSpPr>
        <p:spPr>
          <a:xfrm>
            <a:off x="520479" y="6459339"/>
            <a:ext cx="6159500" cy="261610"/>
          </a:xfrm>
          <a:prstGeom prst="rect">
            <a:avLst/>
          </a:prstGeom>
          <a:noFill/>
        </p:spPr>
        <p:txBody>
          <a:bodyPr wrap="square">
            <a:spAutoFit/>
          </a:bodyPr>
          <a:lstStyle/>
          <a:p>
            <a:r>
              <a:rPr lang="en-US" sz="1100" dirty="0">
                <a:solidFill>
                  <a:schemeClr val="accent5"/>
                </a:solidFill>
              </a:rPr>
              <a:t>Presented by Amir Hossein Tehrani</a:t>
            </a:r>
          </a:p>
        </p:txBody>
      </p:sp>
      <p:sp>
        <p:nvSpPr>
          <p:cNvPr id="8" name="TextBox 7">
            <a:extLst>
              <a:ext uri="{FF2B5EF4-FFF2-40B4-BE49-F238E27FC236}">
                <a16:creationId xmlns:a16="http://schemas.microsoft.com/office/drawing/2014/main" id="{0046D340-E0A6-49F6-9BFD-2218568BCCE8}"/>
              </a:ext>
            </a:extLst>
          </p:cNvPr>
          <p:cNvSpPr txBox="1"/>
          <p:nvPr/>
        </p:nvSpPr>
        <p:spPr>
          <a:xfrm>
            <a:off x="10430483" y="6499781"/>
            <a:ext cx="1469737" cy="276999"/>
          </a:xfrm>
          <a:prstGeom prst="rect">
            <a:avLst/>
          </a:prstGeom>
          <a:noFill/>
        </p:spPr>
        <p:txBody>
          <a:bodyPr wrap="square">
            <a:spAutoFit/>
          </a:bodyPr>
          <a:lstStyle/>
          <a:p>
            <a:r>
              <a:rPr lang="en-US" sz="1200" dirty="0">
                <a:solidFill>
                  <a:schemeClr val="bg1"/>
                </a:solidFill>
              </a:rPr>
              <a:t>Book p.44 &amp; 45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grpSp>
        <p:nvGrpSpPr>
          <p:cNvPr id="100" name="Google Shape;100;p13"/>
          <p:cNvGrpSpPr/>
          <p:nvPr/>
        </p:nvGrpSpPr>
        <p:grpSpPr>
          <a:xfrm>
            <a:off x="500342" y="565248"/>
            <a:ext cx="10782568" cy="5606951"/>
            <a:chOff x="0" y="-47625"/>
            <a:chExt cx="4259780" cy="2215092"/>
          </a:xfrm>
        </p:grpSpPr>
        <p:sp>
          <p:nvSpPr>
            <p:cNvPr id="101" name="Google Shape;101;p13"/>
            <p:cNvSpPr/>
            <p:nvPr/>
          </p:nvSpPr>
          <p:spPr>
            <a:xfrm>
              <a:off x="0" y="0"/>
              <a:ext cx="4259780" cy="2167467"/>
            </a:xfrm>
            <a:custGeom>
              <a:avLst/>
              <a:gdLst/>
              <a:ahLst/>
              <a:cxnLst/>
              <a:rect l="l" t="t" r="r" b="b"/>
              <a:pathLst>
                <a:path w="4259780" h="2167467" extrusionOk="0">
                  <a:moveTo>
                    <a:pt x="0" y="0"/>
                  </a:moveTo>
                  <a:lnTo>
                    <a:pt x="4259780" y="0"/>
                  </a:lnTo>
                  <a:lnTo>
                    <a:pt x="4259780" y="2167467"/>
                  </a:lnTo>
                  <a:lnTo>
                    <a:pt x="0" y="2167467"/>
                  </a:lnTo>
                  <a:close/>
                </a:path>
              </a:pathLst>
            </a:custGeom>
            <a:solidFill>
              <a:srgbClr val="000000">
                <a:alpha val="0"/>
              </a:srgbClr>
            </a:solidFill>
            <a:ln w="38100" cap="sq" cmpd="sng">
              <a:solidFill>
                <a:srgbClr val="71CBEF"/>
              </a:solidFill>
              <a:prstDash val="solid"/>
              <a:miter lim="8000"/>
              <a:headEnd type="none" w="sm" len="sm"/>
              <a:tailEnd type="none" w="sm" len="sm"/>
            </a:ln>
          </p:spPr>
        </p:sp>
        <p:sp>
          <p:nvSpPr>
            <p:cNvPr id="102" name="Google Shape;102;p13"/>
            <p:cNvSpPr txBox="1"/>
            <p:nvPr/>
          </p:nvSpPr>
          <p:spPr>
            <a:xfrm>
              <a:off x="0" y="-47625"/>
              <a:ext cx="812800" cy="8604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F1A38"/>
                </a:solidFill>
                <a:latin typeface="Calibri"/>
                <a:ea typeface="Calibri"/>
                <a:cs typeface="Calibri"/>
                <a:sym typeface="Calibri"/>
              </a:endParaRPr>
            </a:p>
          </p:txBody>
        </p:sp>
      </p:grpSp>
      <p:pic>
        <p:nvPicPr>
          <p:cNvPr id="4" name="Picture 3">
            <a:extLst>
              <a:ext uri="{FF2B5EF4-FFF2-40B4-BE49-F238E27FC236}">
                <a16:creationId xmlns:a16="http://schemas.microsoft.com/office/drawing/2014/main" id="{1A05D8D3-2FDE-45A9-B2CB-CBAE75BCEB2A}"/>
              </a:ext>
            </a:extLst>
          </p:cNvPr>
          <p:cNvPicPr>
            <a:picLocks noChangeAspect="1"/>
          </p:cNvPicPr>
          <p:nvPr/>
        </p:nvPicPr>
        <p:blipFill>
          <a:blip r:embed="rId3"/>
          <a:stretch>
            <a:fillRect/>
          </a:stretch>
        </p:blipFill>
        <p:spPr>
          <a:xfrm>
            <a:off x="-133350" y="685801"/>
            <a:ext cx="6526569" cy="6953412"/>
          </a:xfrm>
          <a:prstGeom prst="rect">
            <a:avLst/>
          </a:prstGeom>
        </p:spPr>
      </p:pic>
      <p:pic>
        <p:nvPicPr>
          <p:cNvPr id="3" name="Picture 2">
            <a:extLst>
              <a:ext uri="{FF2B5EF4-FFF2-40B4-BE49-F238E27FC236}">
                <a16:creationId xmlns:a16="http://schemas.microsoft.com/office/drawing/2014/main" id="{5FEE9CFA-CF79-43AD-870E-5D52859BB5C6}"/>
              </a:ext>
            </a:extLst>
          </p:cNvPr>
          <p:cNvPicPr>
            <a:picLocks noChangeAspect="1"/>
          </p:cNvPicPr>
          <p:nvPr/>
        </p:nvPicPr>
        <p:blipFill rotWithShape="1">
          <a:blip r:embed="rId4">
            <a:alphaModFix amt="73000"/>
            <a:extLst>
              <a:ext uri="{BEBA8EAE-BF5A-486C-A8C5-ECC9F3942E4B}">
                <a14:imgProps xmlns:a14="http://schemas.microsoft.com/office/drawing/2010/main">
                  <a14:imgLayer r:embed="rId5">
                    <a14:imgEffect>
                      <a14:brightnessContrast bright="-1000" contrast="-14000"/>
                    </a14:imgEffect>
                  </a14:imgLayer>
                </a14:imgProps>
              </a:ext>
              <a:ext uri="{28A0092B-C50C-407E-A947-70E740481C1C}">
                <a14:useLocalDpi xmlns:a14="http://schemas.microsoft.com/office/drawing/2010/main" val="0"/>
              </a:ext>
            </a:extLst>
          </a:blip>
          <a:srcRect l="29350" t="873" r="21230" b="-9180"/>
          <a:stretch/>
        </p:blipFill>
        <p:spPr>
          <a:xfrm>
            <a:off x="0" y="-475693"/>
            <a:ext cx="6259893" cy="7717002"/>
          </a:xfrm>
          <a:prstGeom prst="rect">
            <a:avLst/>
          </a:prstGeom>
          <a:effectLst>
            <a:glow rad="127000">
              <a:schemeClr val="accent1"/>
            </a:glow>
            <a:outerShdw sx="1000" sy="1000" algn="ctr" rotWithShape="0">
              <a:schemeClr val="tx2">
                <a:alpha val="0"/>
              </a:schemeClr>
            </a:outerShdw>
            <a:reflection blurRad="1270000" endPos="0" dist="50800" dir="5400000" sy="-100000" algn="bl" rotWithShape="0"/>
          </a:effectLst>
        </p:spPr>
      </p:pic>
      <p:sp>
        <p:nvSpPr>
          <p:cNvPr id="103" name="Google Shape;103;p13"/>
          <p:cNvSpPr txBox="1"/>
          <p:nvPr/>
        </p:nvSpPr>
        <p:spPr>
          <a:xfrm>
            <a:off x="4228391" y="1167666"/>
            <a:ext cx="5612026" cy="1015663"/>
          </a:xfrm>
          <a:prstGeom prst="rect">
            <a:avLst/>
          </a:prstGeom>
          <a:noFill/>
          <a:ln>
            <a:noFill/>
          </a:ln>
        </p:spPr>
        <p:txBody>
          <a:bodyPr spcFirstLastPara="1" wrap="square" lIns="0" tIns="0" rIns="0" bIns="0" anchor="t" anchorCtr="0">
            <a:spAutoFit/>
          </a:bodyPr>
          <a:lstStyle/>
          <a:p>
            <a:pPr algn="r" defTabSz="609630" rtl="1">
              <a:lnSpc>
                <a:spcPct val="120000"/>
              </a:lnSpc>
              <a:buClr>
                <a:srgbClr val="000000"/>
              </a:buClr>
            </a:pPr>
            <a:r>
              <a:rPr lang="fa-IR" sz="5500" kern="0" dirty="0">
                <a:solidFill>
                  <a:srgbClr val="71CBEF"/>
                </a:solidFill>
                <a:latin typeface="+mj-lt"/>
                <a:cs typeface="B Titr" panose="00000700000000000000" pitchFamily="2" charset="-78"/>
                <a:sym typeface="Archivo Black"/>
              </a:rPr>
              <a:t>جنگ های دیجیتال</a:t>
            </a:r>
            <a:endParaRPr sz="5500" kern="0" dirty="0">
              <a:solidFill>
                <a:srgbClr val="000000"/>
              </a:solidFill>
              <a:latin typeface="+mj-lt"/>
              <a:cs typeface="B Titr" panose="00000700000000000000" pitchFamily="2" charset="-78"/>
              <a:sym typeface="Arial"/>
            </a:endParaRPr>
          </a:p>
        </p:txBody>
      </p:sp>
      <p:sp>
        <p:nvSpPr>
          <p:cNvPr id="105" name="Google Shape;105;p13"/>
          <p:cNvSpPr txBox="1"/>
          <p:nvPr/>
        </p:nvSpPr>
        <p:spPr>
          <a:xfrm>
            <a:off x="6248366" y="2305893"/>
            <a:ext cx="3547200" cy="2262158"/>
          </a:xfrm>
          <a:prstGeom prst="rect">
            <a:avLst/>
          </a:prstGeom>
          <a:noFill/>
          <a:ln>
            <a:noFill/>
          </a:ln>
        </p:spPr>
        <p:txBody>
          <a:bodyPr spcFirstLastPara="1" wrap="square" lIns="0" tIns="0" rIns="0" bIns="0" anchor="t" anchorCtr="0">
            <a:spAutoFit/>
          </a:bodyPr>
          <a:lstStyle/>
          <a:p>
            <a:pPr algn="r" defTabSz="609630" rtl="1">
              <a:buClr>
                <a:srgbClr val="000000"/>
              </a:buClr>
            </a:pPr>
            <a:r>
              <a:rPr lang="fa-IR" sz="2100" dirty="0">
                <a:solidFill>
                  <a:schemeClr val="bg1">
                    <a:lumMod val="95000"/>
                  </a:schemeClr>
                </a:solidFill>
                <a:cs typeface="B Titr" panose="00000700000000000000" pitchFamily="2" charset="-78"/>
              </a:rPr>
              <a:t>مسیر شکل</a:t>
            </a:r>
            <a:r>
              <a:rPr lang="en-US" sz="2100" dirty="0">
                <a:solidFill>
                  <a:schemeClr val="bg1">
                    <a:lumMod val="95000"/>
                  </a:schemeClr>
                </a:solidFill>
                <a:cs typeface="B Titr" panose="00000700000000000000" pitchFamily="2" charset="-78"/>
              </a:rPr>
              <a:t> </a:t>
            </a:r>
            <a:r>
              <a:rPr lang="fa-IR" sz="2100" dirty="0">
                <a:solidFill>
                  <a:schemeClr val="bg1">
                    <a:lumMod val="95000"/>
                  </a:schemeClr>
                </a:solidFill>
                <a:cs typeface="B Titr" panose="00000700000000000000" pitchFamily="2" charset="-78"/>
              </a:rPr>
              <a:t>‌گیری شبکه‌های ارتباطی امروزی، شاهد دو جنگ سرنوشت‌ساز بود که هر یک به ‌نوعی آینده ارتباطات دیجیتال را تحت تأثیر قرار دادند؛ رقابت‌ هایی که از آن‌ها با عنوان جنگ اول و دوم دیجیتال یاد می‌کنیم.</a:t>
            </a:r>
            <a:endParaRPr sz="2100" kern="0" dirty="0">
              <a:solidFill>
                <a:schemeClr val="bg1">
                  <a:lumMod val="95000"/>
                </a:schemeClr>
              </a:solidFill>
              <a:latin typeface="Arial"/>
              <a:cs typeface="B Titr" panose="00000700000000000000" pitchFamily="2" charset="-78"/>
              <a:sym typeface="Arial"/>
            </a:endParaRPr>
          </a:p>
        </p:txBody>
      </p:sp>
      <p:grpSp>
        <p:nvGrpSpPr>
          <p:cNvPr id="106" name="Google Shape;106;p13"/>
          <p:cNvGrpSpPr/>
          <p:nvPr/>
        </p:nvGrpSpPr>
        <p:grpSpPr>
          <a:xfrm>
            <a:off x="10217370" y="-39753"/>
            <a:ext cx="2057401" cy="2385171"/>
            <a:chOff x="-10661" y="-17521"/>
            <a:chExt cx="812800" cy="942290"/>
          </a:xfrm>
        </p:grpSpPr>
        <p:sp>
          <p:nvSpPr>
            <p:cNvPr id="107" name="Google Shape;107;p13"/>
            <p:cNvSpPr/>
            <p:nvPr/>
          </p:nvSpPr>
          <p:spPr>
            <a:xfrm>
              <a:off x="0" y="0"/>
              <a:ext cx="296125" cy="924769"/>
            </a:xfrm>
            <a:custGeom>
              <a:avLst/>
              <a:gdLst/>
              <a:ahLst/>
              <a:cxnLst/>
              <a:rect l="l" t="t" r="r" b="b"/>
              <a:pathLst>
                <a:path w="296125" h="924769" extrusionOk="0">
                  <a:moveTo>
                    <a:pt x="0" y="0"/>
                  </a:moveTo>
                  <a:lnTo>
                    <a:pt x="296125" y="0"/>
                  </a:lnTo>
                  <a:lnTo>
                    <a:pt x="296125" y="924769"/>
                  </a:lnTo>
                  <a:lnTo>
                    <a:pt x="0" y="924769"/>
                  </a:lnTo>
                  <a:close/>
                </a:path>
              </a:pathLst>
            </a:custGeom>
            <a:solidFill>
              <a:srgbClr val="2D5B8F"/>
            </a:solidFill>
            <a:ln>
              <a:noFill/>
            </a:ln>
          </p:spPr>
        </p:sp>
        <p:sp>
          <p:nvSpPr>
            <p:cNvPr id="108" name="Google Shape;108;p13"/>
            <p:cNvSpPr txBox="1"/>
            <p:nvPr/>
          </p:nvSpPr>
          <p:spPr>
            <a:xfrm>
              <a:off x="-10661" y="-17521"/>
              <a:ext cx="812800" cy="860425"/>
            </a:xfrm>
            <a:prstGeom prst="rect">
              <a:avLst/>
            </a:prstGeom>
            <a:noFill/>
            <a:ln>
              <a:noFill/>
            </a:ln>
          </p:spPr>
          <p:txBody>
            <a:bodyPr spcFirstLastPara="1" wrap="square" lIns="33867" tIns="33867" rIns="33867" bIns="33867" anchor="ctr" anchorCtr="0">
              <a:noAutofit/>
            </a:bodyPr>
            <a:lstStyle/>
            <a:p>
              <a:pPr algn="ctr" defTabSz="609630">
                <a:lnSpc>
                  <a:spcPct val="186611"/>
                </a:lnSpc>
                <a:buClr>
                  <a:srgbClr val="000000"/>
                </a:buClr>
              </a:pPr>
              <a:endParaRPr sz="1200" kern="0">
                <a:solidFill>
                  <a:srgbClr val="0F1A38"/>
                </a:solidFill>
                <a:latin typeface="Calibri"/>
                <a:ea typeface="Calibri"/>
                <a:cs typeface="Calibri"/>
                <a:sym typeface="Calibri"/>
              </a:endParaRPr>
            </a:p>
          </p:txBody>
        </p:sp>
      </p:grpSp>
      <p:sp>
        <p:nvSpPr>
          <p:cNvPr id="109" name="Google Shape;109;p13"/>
          <p:cNvSpPr txBox="1"/>
          <p:nvPr/>
        </p:nvSpPr>
        <p:spPr>
          <a:xfrm>
            <a:off x="10407173" y="1339737"/>
            <a:ext cx="963703" cy="1107996"/>
          </a:xfrm>
          <a:prstGeom prst="rect">
            <a:avLst/>
          </a:prstGeom>
          <a:noFill/>
          <a:ln>
            <a:noFill/>
          </a:ln>
        </p:spPr>
        <p:txBody>
          <a:bodyPr spcFirstLastPara="1" wrap="square" lIns="0" tIns="0" rIns="0" bIns="0" anchor="t" anchorCtr="0">
            <a:spAutoFit/>
          </a:bodyPr>
          <a:lstStyle/>
          <a:p>
            <a:pPr algn="just" defTabSz="609630">
              <a:lnSpc>
                <a:spcPct val="120000"/>
              </a:lnSpc>
              <a:buClr>
                <a:srgbClr val="000000"/>
              </a:buClr>
            </a:pPr>
            <a:r>
              <a:rPr lang="en-US" sz="6000" b="1" kern="0" dirty="0">
                <a:solidFill>
                  <a:srgbClr val="0F1A38"/>
                </a:solidFill>
                <a:latin typeface="Archivo Black" panose="020B0604020202020204" charset="0"/>
                <a:ea typeface="Archivo Black"/>
                <a:cs typeface="Archivo Black"/>
                <a:sym typeface="Archivo Black"/>
              </a:rPr>
              <a:t>3</a:t>
            </a:r>
            <a:endParaRPr sz="933" b="1" kern="0" dirty="0">
              <a:solidFill>
                <a:srgbClr val="000000"/>
              </a:solidFill>
              <a:latin typeface="Archivo Black" panose="020B0604020202020204" charset="0"/>
              <a:cs typeface="Arial"/>
              <a:sym typeface="Arial"/>
            </a:endParaRPr>
          </a:p>
        </p:txBody>
      </p:sp>
      <p:sp>
        <p:nvSpPr>
          <p:cNvPr id="104" name="Google Shape;104;p13"/>
          <p:cNvSpPr/>
          <p:nvPr/>
        </p:nvSpPr>
        <p:spPr>
          <a:xfrm>
            <a:off x="9049241" y="4337218"/>
            <a:ext cx="3148632" cy="2896519"/>
          </a:xfrm>
          <a:custGeom>
            <a:avLst/>
            <a:gdLst/>
            <a:ahLst/>
            <a:cxnLst/>
            <a:rect l="l" t="t" r="r" b="b"/>
            <a:pathLst>
              <a:path w="4722948" h="4344779" extrusionOk="0">
                <a:moveTo>
                  <a:pt x="0" y="0"/>
                </a:moveTo>
                <a:lnTo>
                  <a:pt x="4722948" y="0"/>
                </a:lnTo>
                <a:lnTo>
                  <a:pt x="4722948" y="4344779"/>
                </a:lnTo>
                <a:lnTo>
                  <a:pt x="0" y="4344779"/>
                </a:lnTo>
                <a:lnTo>
                  <a:pt x="0" y="0"/>
                </a:lnTo>
                <a:close/>
              </a:path>
            </a:pathLst>
          </a:custGeom>
          <a:blipFill rotWithShape="1">
            <a:blip r:embed="rId6">
              <a:alphaModFix/>
            </a:blip>
            <a:stretch>
              <a:fillRect t="-8703"/>
            </a:stretch>
          </a:blipFill>
          <a:ln>
            <a:noFill/>
          </a:ln>
        </p:spPr>
        <p:txBody>
          <a:bodyPr/>
          <a:lstStyle/>
          <a:p>
            <a:endParaRPr lang="en-US" dirty="0"/>
          </a:p>
        </p:txBody>
      </p:sp>
      <p:sp>
        <p:nvSpPr>
          <p:cNvPr id="14" name="TextBox 4">
            <a:extLst>
              <a:ext uri="{FF2B5EF4-FFF2-40B4-BE49-F238E27FC236}">
                <a16:creationId xmlns:a16="http://schemas.microsoft.com/office/drawing/2014/main" id="{8FB6E657-DB7A-CF54-5F92-8BF55BD3B72D}"/>
              </a:ext>
            </a:extLst>
          </p:cNvPr>
          <p:cNvSpPr txBox="1"/>
          <p:nvPr/>
        </p:nvSpPr>
        <p:spPr>
          <a:xfrm>
            <a:off x="500342" y="6441358"/>
            <a:ext cx="2781300"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accent5"/>
                </a:solidFill>
              </a:rPr>
              <a:t>Presented by Pouya Tavakoli</a:t>
            </a:r>
          </a:p>
        </p:txBody>
      </p:sp>
      <p:sp>
        <p:nvSpPr>
          <p:cNvPr id="15" name="TextBox 14">
            <a:extLst>
              <a:ext uri="{FF2B5EF4-FFF2-40B4-BE49-F238E27FC236}">
                <a16:creationId xmlns:a16="http://schemas.microsoft.com/office/drawing/2014/main" id="{F07FB97A-451D-4498-8CEA-96899F63E9F9}"/>
              </a:ext>
            </a:extLst>
          </p:cNvPr>
          <p:cNvSpPr txBox="1"/>
          <p:nvPr/>
        </p:nvSpPr>
        <p:spPr>
          <a:xfrm>
            <a:off x="8915915" y="6421351"/>
            <a:ext cx="1637489" cy="276999"/>
          </a:xfrm>
          <a:prstGeom prst="rect">
            <a:avLst/>
          </a:prstGeom>
          <a:noFill/>
        </p:spPr>
        <p:txBody>
          <a:bodyPr wrap="square">
            <a:spAutoFit/>
          </a:bodyPr>
          <a:lstStyle/>
          <a:p>
            <a:r>
              <a:rPr lang="en-US" sz="1200" dirty="0">
                <a:solidFill>
                  <a:schemeClr val="bg1"/>
                </a:solidFill>
              </a:rPr>
              <a:t>Book p.45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14"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pic>
        <p:nvPicPr>
          <p:cNvPr id="8" name="Picture 7">
            <a:extLst>
              <a:ext uri="{FF2B5EF4-FFF2-40B4-BE49-F238E27FC236}">
                <a16:creationId xmlns:a16="http://schemas.microsoft.com/office/drawing/2014/main" id="{1B7B6E81-59BA-4D1A-9D34-5302C4495B18}"/>
              </a:ext>
            </a:extLst>
          </p:cNvPr>
          <p:cNvPicPr>
            <a:picLocks noChangeAspect="1"/>
          </p:cNvPicPr>
          <p:nvPr/>
        </p:nvPicPr>
        <p:blipFill>
          <a:blip r:embed="rId3"/>
          <a:stretch>
            <a:fillRect/>
          </a:stretch>
        </p:blipFill>
        <p:spPr>
          <a:xfrm>
            <a:off x="-2" y="1"/>
            <a:ext cx="12192000" cy="6857999"/>
          </a:xfrm>
          <a:prstGeom prst="rect">
            <a:avLst/>
          </a:prstGeom>
        </p:spPr>
      </p:pic>
      <p:pic>
        <p:nvPicPr>
          <p:cNvPr id="9" name="Picture 8">
            <a:extLst>
              <a:ext uri="{FF2B5EF4-FFF2-40B4-BE49-F238E27FC236}">
                <a16:creationId xmlns:a16="http://schemas.microsoft.com/office/drawing/2014/main" id="{236E2A2B-2635-4E37-BD47-506AED5CFCA1}"/>
              </a:ext>
            </a:extLst>
          </p:cNvPr>
          <p:cNvPicPr>
            <a:picLocks noChangeAspect="1"/>
          </p:cNvPicPr>
          <p:nvPr/>
        </p:nvPicPr>
        <p:blipFill>
          <a:blip r:embed="rId4"/>
          <a:stretch>
            <a:fillRect/>
          </a:stretch>
        </p:blipFill>
        <p:spPr>
          <a:xfrm>
            <a:off x="521780" y="485142"/>
            <a:ext cx="11181033" cy="5852667"/>
          </a:xfrm>
          <a:prstGeom prst="rect">
            <a:avLst/>
          </a:prstGeom>
        </p:spPr>
      </p:pic>
      <p:sp>
        <p:nvSpPr>
          <p:cNvPr id="143" name="Google Shape;143;p16"/>
          <p:cNvSpPr txBox="1"/>
          <p:nvPr/>
        </p:nvSpPr>
        <p:spPr>
          <a:xfrm>
            <a:off x="2978927" y="899079"/>
            <a:ext cx="6029691" cy="923330"/>
          </a:xfrm>
          <a:prstGeom prst="rect">
            <a:avLst/>
          </a:prstGeom>
          <a:noFill/>
          <a:ln>
            <a:noFill/>
          </a:ln>
        </p:spPr>
        <p:txBody>
          <a:bodyPr spcFirstLastPara="1" wrap="square" lIns="0" tIns="0" rIns="0" bIns="0" anchor="t" anchorCtr="0">
            <a:spAutoFit/>
          </a:bodyPr>
          <a:lstStyle/>
          <a:p>
            <a:pPr algn="ctr" rtl="1">
              <a:lnSpc>
                <a:spcPct val="120000"/>
              </a:lnSpc>
            </a:pPr>
            <a:r>
              <a:rPr lang="fa-IR" sz="5000" dirty="0">
                <a:solidFill>
                  <a:schemeClr val="tx2"/>
                </a:solidFill>
                <a:latin typeface="+mj-lt"/>
                <a:cs typeface="B Titr" panose="00000700000000000000" pitchFamily="2" charset="-78"/>
                <a:sym typeface="Archivo Black"/>
              </a:rPr>
              <a:t>جنگ دیجیتال اول</a:t>
            </a:r>
            <a:endParaRPr sz="5000" dirty="0">
              <a:solidFill>
                <a:schemeClr val="tx2"/>
              </a:solidFill>
              <a:latin typeface="+mj-lt"/>
              <a:cs typeface="B Titr" panose="00000700000000000000" pitchFamily="2" charset="-78"/>
            </a:endParaRPr>
          </a:p>
        </p:txBody>
      </p:sp>
      <p:grpSp>
        <p:nvGrpSpPr>
          <p:cNvPr id="144" name="Google Shape;144;p16"/>
          <p:cNvGrpSpPr/>
          <p:nvPr/>
        </p:nvGrpSpPr>
        <p:grpSpPr>
          <a:xfrm>
            <a:off x="2004660" y="4084869"/>
            <a:ext cx="2345850" cy="979494"/>
            <a:chOff x="0" y="-46880"/>
            <a:chExt cx="4691700" cy="1958986"/>
          </a:xfrm>
        </p:grpSpPr>
        <p:sp>
          <p:nvSpPr>
            <p:cNvPr id="145" name="Google Shape;145;p16"/>
            <p:cNvSpPr txBox="1"/>
            <p:nvPr/>
          </p:nvSpPr>
          <p:spPr>
            <a:xfrm>
              <a:off x="108150" y="-46880"/>
              <a:ext cx="4475400" cy="656461"/>
            </a:xfrm>
            <a:prstGeom prst="rect">
              <a:avLst/>
            </a:prstGeom>
            <a:noFill/>
            <a:ln>
              <a:noFill/>
            </a:ln>
          </p:spPr>
          <p:txBody>
            <a:bodyPr spcFirstLastPara="1" wrap="square" lIns="0" tIns="0" rIns="0" bIns="0" anchor="t" anchorCtr="0">
              <a:spAutoFit/>
            </a:bodyPr>
            <a:lstStyle/>
            <a:p>
              <a:pPr algn="ctr"/>
              <a:r>
                <a:rPr lang="en-US" sz="2133" b="1" dirty="0">
                  <a:solidFill>
                    <a:srgbClr val="71CBEF"/>
                  </a:solidFill>
                  <a:latin typeface="Arial"/>
                  <a:cs typeface="B Titr" panose="00000700000000000000" pitchFamily="2" charset="-78"/>
                  <a:sym typeface="Arial"/>
                </a:rPr>
                <a:t>BISDN</a:t>
              </a:r>
              <a:endParaRPr sz="1200" b="1" dirty="0">
                <a:cs typeface="B Titr" panose="00000700000000000000" pitchFamily="2" charset="-78"/>
              </a:endParaRPr>
            </a:p>
          </p:txBody>
        </p:sp>
        <p:sp>
          <p:nvSpPr>
            <p:cNvPr id="146" name="Google Shape;146;p16"/>
            <p:cNvSpPr txBox="1"/>
            <p:nvPr/>
          </p:nvSpPr>
          <p:spPr>
            <a:xfrm>
              <a:off x="0" y="804111"/>
              <a:ext cx="4691700" cy="1107995"/>
            </a:xfrm>
            <a:prstGeom prst="rect">
              <a:avLst/>
            </a:prstGeom>
            <a:noFill/>
            <a:ln>
              <a:noFill/>
            </a:ln>
          </p:spPr>
          <p:txBody>
            <a:bodyPr spcFirstLastPara="1" wrap="square" lIns="0" tIns="0" rIns="0" bIns="0" anchor="t" anchorCtr="0">
              <a:spAutoFit/>
            </a:bodyPr>
            <a:lstStyle/>
            <a:p>
              <a:pPr algn="ctr" rtl="1"/>
              <a:r>
                <a:rPr lang="fa-IR" sz="1200" dirty="0">
                  <a:solidFill>
                    <a:schemeClr val="bg1">
                      <a:lumMod val="95000"/>
                    </a:schemeClr>
                  </a:solidFill>
                  <a:cs typeface="B Titr" panose="00000700000000000000" pitchFamily="2" charset="-78"/>
                </a:rPr>
                <a:t>شبکه دیجیتال خدمات یکپارچه پهن‌باند (</a:t>
              </a:r>
              <a:r>
                <a:rPr lang="en-US" sz="1200" dirty="0">
                  <a:solidFill>
                    <a:schemeClr val="bg1">
                      <a:lumMod val="95000"/>
                    </a:schemeClr>
                  </a:solidFill>
                  <a:cs typeface="B Titr" panose="00000700000000000000" pitchFamily="2" charset="-78"/>
                </a:rPr>
                <a:t>Broadband Integrated Services Digital Network) </a:t>
              </a:r>
              <a:r>
                <a:rPr lang="en-US" sz="1200" b="1" dirty="0">
                  <a:solidFill>
                    <a:schemeClr val="bg1">
                      <a:lumMod val="95000"/>
                    </a:schemeClr>
                  </a:solidFill>
                  <a:cs typeface="B Titr" panose="00000700000000000000" pitchFamily="2" charset="-78"/>
                </a:rPr>
                <a:t>B-ISDN</a:t>
              </a:r>
              <a:r>
                <a:rPr lang="en-US" sz="1200" dirty="0">
                  <a:solidFill>
                    <a:schemeClr val="bg1">
                      <a:lumMod val="95000"/>
                    </a:schemeClr>
                  </a:solidFill>
                  <a:cs typeface="B Titr" panose="00000700000000000000" pitchFamily="2" charset="-78"/>
                </a:rPr>
                <a:t>.</a:t>
              </a:r>
              <a:endParaRPr sz="1200" dirty="0">
                <a:solidFill>
                  <a:schemeClr val="bg1">
                    <a:lumMod val="95000"/>
                  </a:schemeClr>
                </a:solidFill>
                <a:cs typeface="B Titr" panose="00000700000000000000" pitchFamily="2" charset="-78"/>
              </a:endParaRPr>
            </a:p>
          </p:txBody>
        </p:sp>
      </p:grpSp>
      <p:grpSp>
        <p:nvGrpSpPr>
          <p:cNvPr id="147" name="Google Shape;147;p16"/>
          <p:cNvGrpSpPr/>
          <p:nvPr/>
        </p:nvGrpSpPr>
        <p:grpSpPr>
          <a:xfrm>
            <a:off x="7782433" y="3910731"/>
            <a:ext cx="2345850" cy="1248442"/>
            <a:chOff x="0" y="0"/>
            <a:chExt cx="4691700" cy="2496881"/>
          </a:xfrm>
        </p:grpSpPr>
        <p:sp>
          <p:nvSpPr>
            <p:cNvPr id="148" name="Google Shape;148;p16"/>
            <p:cNvSpPr txBox="1"/>
            <p:nvPr/>
          </p:nvSpPr>
          <p:spPr>
            <a:xfrm>
              <a:off x="216284" y="0"/>
              <a:ext cx="4475400" cy="656461"/>
            </a:xfrm>
            <a:prstGeom prst="rect">
              <a:avLst/>
            </a:prstGeom>
            <a:noFill/>
            <a:ln>
              <a:noFill/>
            </a:ln>
          </p:spPr>
          <p:txBody>
            <a:bodyPr spcFirstLastPara="1" wrap="square" lIns="0" tIns="0" rIns="0" bIns="0" anchor="t" anchorCtr="0">
              <a:spAutoFit/>
            </a:bodyPr>
            <a:lstStyle/>
            <a:p>
              <a:pPr algn="ctr"/>
              <a:r>
                <a:rPr lang="en-US" sz="2133" b="1" dirty="0">
                  <a:solidFill>
                    <a:srgbClr val="71CBEF"/>
                  </a:solidFill>
                  <a:latin typeface="Arial"/>
                  <a:cs typeface="B Titr" panose="00000700000000000000" pitchFamily="2" charset="-78"/>
                  <a:sym typeface="Arial"/>
                </a:rPr>
                <a:t>ITU</a:t>
              </a:r>
              <a:endParaRPr sz="1200" b="1" dirty="0">
                <a:cs typeface="B Titr" panose="00000700000000000000" pitchFamily="2" charset="-78"/>
              </a:endParaRPr>
            </a:p>
          </p:txBody>
        </p:sp>
        <p:sp>
          <p:nvSpPr>
            <p:cNvPr id="149" name="Google Shape;149;p16"/>
            <p:cNvSpPr txBox="1"/>
            <p:nvPr/>
          </p:nvSpPr>
          <p:spPr>
            <a:xfrm>
              <a:off x="0" y="804111"/>
              <a:ext cx="4691700" cy="1692770"/>
            </a:xfrm>
            <a:prstGeom prst="rect">
              <a:avLst/>
            </a:prstGeom>
            <a:noFill/>
            <a:ln>
              <a:noFill/>
            </a:ln>
          </p:spPr>
          <p:txBody>
            <a:bodyPr spcFirstLastPara="1" wrap="square" lIns="0" tIns="0" rIns="0" bIns="0" anchor="t" anchorCtr="0">
              <a:spAutoFit/>
            </a:bodyPr>
            <a:lstStyle/>
            <a:p>
              <a:pPr algn="ctr" rtl="1"/>
              <a:r>
                <a:rPr lang="fa-IR" sz="1100" dirty="0">
                  <a:solidFill>
                    <a:schemeClr val="bg1">
                      <a:lumMod val="95000"/>
                    </a:schemeClr>
                  </a:solidFill>
                  <a:cs typeface="B Titr" panose="00000700000000000000" pitchFamily="2" charset="-78"/>
                </a:rPr>
                <a:t>اتحادیه بین‌المللی مخابرات (</a:t>
              </a:r>
              <a:r>
                <a:rPr lang="en-US" sz="1100" dirty="0">
                  <a:solidFill>
                    <a:schemeClr val="bg1">
                      <a:lumMod val="95000"/>
                    </a:schemeClr>
                  </a:solidFill>
                  <a:cs typeface="B Titr" panose="00000700000000000000" pitchFamily="2" charset="-78"/>
                </a:rPr>
                <a:t>International Telecommunication Union) </a:t>
              </a:r>
              <a:r>
                <a:rPr lang="fa-IR" sz="1100" dirty="0">
                  <a:solidFill>
                    <a:schemeClr val="bg1">
                      <a:lumMod val="95000"/>
                    </a:schemeClr>
                  </a:solidFill>
                  <a:cs typeface="B Titr" panose="00000700000000000000" pitchFamily="2" charset="-78"/>
                </a:rPr>
                <a:t>یا </a:t>
              </a:r>
              <a:r>
                <a:rPr lang="en-US" sz="1100" b="1" dirty="0">
                  <a:solidFill>
                    <a:schemeClr val="bg1">
                      <a:lumMod val="95000"/>
                    </a:schemeClr>
                  </a:solidFill>
                  <a:cs typeface="B Titr" panose="00000700000000000000" pitchFamily="2" charset="-78"/>
                </a:rPr>
                <a:t>ITU</a:t>
              </a:r>
              <a:r>
                <a:rPr lang="en-US" sz="1100" dirty="0">
                  <a:solidFill>
                    <a:schemeClr val="bg1">
                      <a:lumMod val="95000"/>
                    </a:schemeClr>
                  </a:solidFill>
                  <a:cs typeface="B Titr" panose="00000700000000000000" pitchFamily="2" charset="-78"/>
                </a:rPr>
                <a:t>، </a:t>
              </a:r>
              <a:r>
                <a:rPr lang="fa-IR" sz="1100" dirty="0">
                  <a:solidFill>
                    <a:schemeClr val="bg1">
                      <a:lumMod val="95000"/>
                    </a:schemeClr>
                  </a:solidFill>
                  <a:cs typeface="B Titr" panose="00000700000000000000" pitchFamily="2" charset="-78"/>
                </a:rPr>
                <a:t>یک سازمان تخصصی وابسته به سازمان ملل متحد است که در زمینه استانداردسازی ارتباطات و فناوری‌های مخابراتی فعالیت می‌کند.</a:t>
              </a:r>
              <a:endParaRPr sz="1100" dirty="0">
                <a:solidFill>
                  <a:schemeClr val="bg1">
                    <a:lumMod val="95000"/>
                  </a:schemeClr>
                </a:solidFill>
                <a:cs typeface="B Titr" panose="00000700000000000000" pitchFamily="2" charset="-78"/>
              </a:endParaRPr>
            </a:p>
          </p:txBody>
        </p:sp>
      </p:grpSp>
      <p:pic>
        <p:nvPicPr>
          <p:cNvPr id="154" name="Google Shape;154;p16"/>
          <p:cNvPicPr preferRelativeResize="0"/>
          <p:nvPr/>
        </p:nvPicPr>
        <p:blipFill rotWithShape="1">
          <a:blip r:embed="rId5">
            <a:alphaModFix/>
          </a:blip>
          <a:srcRect l="45660" t="29632" r="42051" b="42797"/>
          <a:stretch/>
        </p:blipFill>
        <p:spPr>
          <a:xfrm>
            <a:off x="8259418" y="2019915"/>
            <a:ext cx="1498399" cy="1890816"/>
          </a:xfrm>
          <a:prstGeom prst="rect">
            <a:avLst/>
          </a:prstGeom>
          <a:noFill/>
          <a:ln>
            <a:noFill/>
          </a:ln>
        </p:spPr>
      </p:pic>
      <p:pic>
        <p:nvPicPr>
          <p:cNvPr id="5" name="Picture 4">
            <a:extLst>
              <a:ext uri="{FF2B5EF4-FFF2-40B4-BE49-F238E27FC236}">
                <a16:creationId xmlns:a16="http://schemas.microsoft.com/office/drawing/2014/main" id="{DAE42D85-2261-4949-8C12-370CE96D128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86688" y="2528936"/>
            <a:ext cx="1381795" cy="1381795"/>
          </a:xfrm>
          <a:prstGeom prst="rect">
            <a:avLst/>
          </a:prstGeom>
        </p:spPr>
      </p:pic>
      <p:grpSp>
        <p:nvGrpSpPr>
          <p:cNvPr id="139" name="Google Shape;139;p16"/>
          <p:cNvGrpSpPr/>
          <p:nvPr/>
        </p:nvGrpSpPr>
        <p:grpSpPr>
          <a:xfrm>
            <a:off x="538077" y="-1636912"/>
            <a:ext cx="11148437" cy="7787210"/>
            <a:chOff x="-414369" y="-47625"/>
            <a:chExt cx="4404321" cy="3076429"/>
          </a:xfrm>
        </p:grpSpPr>
        <p:sp>
          <p:nvSpPr>
            <p:cNvPr id="140" name="Google Shape;140;p16"/>
            <p:cNvSpPr/>
            <p:nvPr/>
          </p:nvSpPr>
          <p:spPr>
            <a:xfrm>
              <a:off x="-414369" y="861337"/>
              <a:ext cx="4404321" cy="2167467"/>
            </a:xfrm>
            <a:custGeom>
              <a:avLst/>
              <a:gdLst/>
              <a:ahLst/>
              <a:cxnLst/>
              <a:rect l="l" t="t" r="r" b="b"/>
              <a:pathLst>
                <a:path w="4404321" h="2167467" extrusionOk="0">
                  <a:moveTo>
                    <a:pt x="0" y="0"/>
                  </a:moveTo>
                  <a:lnTo>
                    <a:pt x="4404321" y="0"/>
                  </a:lnTo>
                  <a:lnTo>
                    <a:pt x="4404321" y="2167467"/>
                  </a:lnTo>
                  <a:lnTo>
                    <a:pt x="0" y="2167467"/>
                  </a:lnTo>
                  <a:close/>
                </a:path>
              </a:pathLst>
            </a:custGeom>
            <a:solidFill>
              <a:srgbClr val="000000">
                <a:alpha val="0"/>
              </a:srgbClr>
            </a:solidFill>
            <a:ln w="38100" cap="sq" cmpd="sng">
              <a:solidFill>
                <a:srgbClr val="71CBEF"/>
              </a:solidFill>
              <a:prstDash val="solid"/>
              <a:miter lim="8000"/>
              <a:headEnd type="none" w="sm" len="sm"/>
              <a:tailEnd type="none" w="sm" len="sm"/>
            </a:ln>
          </p:spPr>
          <p:txBody>
            <a:bodyPr/>
            <a:lstStyle/>
            <a:p>
              <a:endParaRPr lang="en-US" dirty="0"/>
            </a:p>
          </p:txBody>
        </p:sp>
        <p:sp>
          <p:nvSpPr>
            <p:cNvPr id="141" name="Google Shape;141;p16"/>
            <p:cNvSpPr txBox="1"/>
            <p:nvPr/>
          </p:nvSpPr>
          <p:spPr>
            <a:xfrm>
              <a:off x="0" y="-47625"/>
              <a:ext cx="812800" cy="860425"/>
            </a:xfrm>
            <a:prstGeom prst="rect">
              <a:avLst/>
            </a:prstGeom>
            <a:noFill/>
            <a:ln>
              <a:noFill/>
            </a:ln>
          </p:spPr>
          <p:txBody>
            <a:bodyPr spcFirstLastPara="1" wrap="square" lIns="33867" tIns="33867" rIns="33867" bIns="33867" anchor="ctr" anchorCtr="0">
              <a:noAutofit/>
            </a:bodyPr>
            <a:lstStyle/>
            <a:p>
              <a:pPr algn="ctr">
                <a:lnSpc>
                  <a:spcPct val="186611"/>
                </a:lnSpc>
              </a:pPr>
              <a:endParaRPr sz="1200">
                <a:solidFill>
                  <a:srgbClr val="0F1A38"/>
                </a:solidFill>
                <a:latin typeface="Calibri"/>
                <a:ea typeface="Calibri"/>
                <a:cs typeface="Calibri"/>
                <a:sym typeface="Calibri"/>
              </a:endParaRPr>
            </a:p>
          </p:txBody>
        </p:sp>
      </p:grpSp>
      <p:sp>
        <p:nvSpPr>
          <p:cNvPr id="16" name="TextBox 4">
            <a:extLst>
              <a:ext uri="{FF2B5EF4-FFF2-40B4-BE49-F238E27FC236}">
                <a16:creationId xmlns:a16="http://schemas.microsoft.com/office/drawing/2014/main" id="{A3D147A7-AC54-4960-9888-FC33D590E4AC}"/>
              </a:ext>
            </a:extLst>
          </p:cNvPr>
          <p:cNvSpPr txBox="1"/>
          <p:nvPr/>
        </p:nvSpPr>
        <p:spPr>
          <a:xfrm>
            <a:off x="500342" y="6441358"/>
            <a:ext cx="2781300"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accent5"/>
                </a:solidFill>
              </a:rPr>
              <a:t>Presented by Pouya Tavakoli</a:t>
            </a:r>
          </a:p>
        </p:txBody>
      </p:sp>
      <p:sp>
        <p:nvSpPr>
          <p:cNvPr id="17" name="TextBox 16">
            <a:extLst>
              <a:ext uri="{FF2B5EF4-FFF2-40B4-BE49-F238E27FC236}">
                <a16:creationId xmlns:a16="http://schemas.microsoft.com/office/drawing/2014/main" id="{F06C116C-66D5-4F7D-A684-AAB4A32EC3E8}"/>
              </a:ext>
            </a:extLst>
          </p:cNvPr>
          <p:cNvSpPr txBox="1"/>
          <p:nvPr/>
        </p:nvSpPr>
        <p:spPr>
          <a:xfrm>
            <a:off x="10435347" y="6427086"/>
            <a:ext cx="1637489" cy="276999"/>
          </a:xfrm>
          <a:prstGeom prst="rect">
            <a:avLst/>
          </a:prstGeom>
          <a:noFill/>
        </p:spPr>
        <p:txBody>
          <a:bodyPr wrap="square">
            <a:spAutoFit/>
          </a:bodyPr>
          <a:lstStyle/>
          <a:p>
            <a:r>
              <a:rPr lang="en-US" sz="1200" dirty="0">
                <a:solidFill>
                  <a:schemeClr val="bg1"/>
                </a:solidFill>
              </a:rPr>
              <a:t>Book p.46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7"/>
                                        </p:tgtEl>
                                        <p:attrNameLst>
                                          <p:attrName>style.visibility</p:attrName>
                                        </p:attrNameLst>
                                      </p:cBhvr>
                                      <p:to>
                                        <p:strVal val="visible"/>
                                      </p:to>
                                    </p:set>
                                    <p:animEffect transition="in" filter="fade">
                                      <p:cBhvr>
                                        <p:cTn id="7" dur="500"/>
                                        <p:tgtEl>
                                          <p:spTgt spid="147"/>
                                        </p:tgtEl>
                                      </p:cBhvr>
                                    </p:animEffect>
                                  </p:childTnLst>
                                </p:cTn>
                              </p:par>
                              <p:par>
                                <p:cTn id="8" presetID="10" presetClass="entr" presetSubtype="0" fill="hold" nodeType="withEffect">
                                  <p:stCondLst>
                                    <p:cond delay="0"/>
                                  </p:stCondLst>
                                  <p:childTnLst>
                                    <p:set>
                                      <p:cBhvr>
                                        <p:cTn id="9" dur="1" fill="hold">
                                          <p:stCondLst>
                                            <p:cond delay="0"/>
                                          </p:stCondLst>
                                        </p:cTn>
                                        <p:tgtEl>
                                          <p:spTgt spid="154"/>
                                        </p:tgtEl>
                                        <p:attrNameLst>
                                          <p:attrName>style.visibility</p:attrName>
                                        </p:attrNameLst>
                                      </p:cBhvr>
                                      <p:to>
                                        <p:strVal val="visible"/>
                                      </p:to>
                                    </p:set>
                                    <p:animEffect transition="in" filter="fade">
                                      <p:cBhvr>
                                        <p:cTn id="10" dur="500"/>
                                        <p:tgtEl>
                                          <p:spTgt spid="15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4"/>
                                        </p:tgtEl>
                                        <p:attrNameLst>
                                          <p:attrName>style.visibility</p:attrName>
                                        </p:attrNameLst>
                                      </p:cBhvr>
                                      <p:to>
                                        <p:strVal val="visible"/>
                                      </p:to>
                                    </p:set>
                                    <p:animEffect transition="in" filter="fade">
                                      <p:cBhvr>
                                        <p:cTn id="15" dur="500"/>
                                        <p:tgtEl>
                                          <p:spTgt spid="144"/>
                                        </p:tgtEl>
                                      </p:cBhvr>
                                    </p:animEffect>
                                  </p:childTnLst>
                                </p:cTn>
                              </p:par>
                              <p:par>
                                <p:cTn id="16" presetID="10"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grpSp>
        <p:nvGrpSpPr>
          <p:cNvPr id="293" name="Google Shape;293;p24"/>
          <p:cNvGrpSpPr/>
          <p:nvPr/>
        </p:nvGrpSpPr>
        <p:grpSpPr>
          <a:xfrm>
            <a:off x="0" y="0"/>
            <a:ext cx="12192000" cy="6858000"/>
            <a:chOff x="0" y="0"/>
            <a:chExt cx="24384000" cy="13716000"/>
          </a:xfrm>
        </p:grpSpPr>
        <p:sp>
          <p:nvSpPr>
            <p:cNvPr id="294" name="Google Shape;294;p24"/>
            <p:cNvSpPr/>
            <p:nvPr/>
          </p:nvSpPr>
          <p:spPr>
            <a:xfrm rot="5400000">
              <a:off x="8503696" y="-8503696"/>
              <a:ext cx="7376608" cy="24384000"/>
            </a:xfrm>
            <a:custGeom>
              <a:avLst/>
              <a:gdLst/>
              <a:ahLst/>
              <a:cxnLst/>
              <a:rect l="l" t="t" r="r" b="b"/>
              <a:pathLst>
                <a:path w="7376608" h="24384000" extrusionOk="0">
                  <a:moveTo>
                    <a:pt x="0" y="0"/>
                  </a:moveTo>
                  <a:lnTo>
                    <a:pt x="7376608" y="0"/>
                  </a:lnTo>
                  <a:lnTo>
                    <a:pt x="7376608" y="24384000"/>
                  </a:lnTo>
                  <a:lnTo>
                    <a:pt x="0" y="24384000"/>
                  </a:lnTo>
                  <a:lnTo>
                    <a:pt x="0" y="0"/>
                  </a:lnTo>
                  <a:close/>
                </a:path>
              </a:pathLst>
            </a:custGeom>
            <a:blipFill rotWithShape="1">
              <a:blip r:embed="rId3">
                <a:alphaModFix/>
              </a:blip>
              <a:stretch>
                <a:fillRect l="-25549" r="-205008"/>
              </a:stretch>
            </a:blipFill>
            <a:ln>
              <a:noFill/>
            </a:ln>
          </p:spPr>
        </p:sp>
        <p:sp>
          <p:nvSpPr>
            <p:cNvPr id="295" name="Google Shape;295;p24"/>
            <p:cNvSpPr/>
            <p:nvPr/>
          </p:nvSpPr>
          <p:spPr>
            <a:xfrm rot="5400000" flipH="1">
              <a:off x="9022304" y="-1645696"/>
              <a:ext cx="6339392" cy="24384000"/>
            </a:xfrm>
            <a:custGeom>
              <a:avLst/>
              <a:gdLst/>
              <a:ahLst/>
              <a:cxnLst/>
              <a:rect l="l" t="t" r="r" b="b"/>
              <a:pathLst>
                <a:path w="6339392" h="24384000" extrusionOk="0">
                  <a:moveTo>
                    <a:pt x="0" y="24384000"/>
                  </a:moveTo>
                  <a:lnTo>
                    <a:pt x="6339392" y="24384000"/>
                  </a:lnTo>
                  <a:lnTo>
                    <a:pt x="6339392" y="0"/>
                  </a:lnTo>
                  <a:lnTo>
                    <a:pt x="0" y="0"/>
                  </a:lnTo>
                  <a:lnTo>
                    <a:pt x="0" y="24384000"/>
                  </a:lnTo>
                  <a:close/>
                </a:path>
              </a:pathLst>
            </a:custGeom>
            <a:blipFill rotWithShape="1">
              <a:blip r:embed="rId3">
                <a:alphaModFix/>
              </a:blip>
              <a:stretch>
                <a:fillRect l="-29728" r="-254902"/>
              </a:stretch>
            </a:blipFill>
            <a:ln>
              <a:noFill/>
            </a:ln>
          </p:spPr>
        </p:sp>
      </p:grpSp>
      <p:grpSp>
        <p:nvGrpSpPr>
          <p:cNvPr id="296" name="Google Shape;296;p24"/>
          <p:cNvGrpSpPr/>
          <p:nvPr/>
        </p:nvGrpSpPr>
        <p:grpSpPr>
          <a:xfrm>
            <a:off x="513519" y="532021"/>
            <a:ext cx="11180722" cy="5849339"/>
            <a:chOff x="0" y="-47625"/>
            <a:chExt cx="4417075" cy="2310850"/>
          </a:xfrm>
        </p:grpSpPr>
        <p:sp>
          <p:nvSpPr>
            <p:cNvPr id="297" name="Google Shape;297;p24"/>
            <p:cNvSpPr/>
            <p:nvPr/>
          </p:nvSpPr>
          <p:spPr>
            <a:xfrm>
              <a:off x="0" y="0"/>
              <a:ext cx="4417075" cy="2263225"/>
            </a:xfrm>
            <a:custGeom>
              <a:avLst/>
              <a:gdLst/>
              <a:ahLst/>
              <a:cxnLst/>
              <a:rect l="l" t="t" r="r" b="b"/>
              <a:pathLst>
                <a:path w="4417075" h="2263225" extrusionOk="0">
                  <a:moveTo>
                    <a:pt x="0" y="0"/>
                  </a:moveTo>
                  <a:lnTo>
                    <a:pt x="4417075" y="0"/>
                  </a:lnTo>
                  <a:lnTo>
                    <a:pt x="4417075" y="2263225"/>
                  </a:lnTo>
                  <a:lnTo>
                    <a:pt x="0" y="2263225"/>
                  </a:lnTo>
                  <a:close/>
                </a:path>
              </a:pathLst>
            </a:custGeom>
            <a:solidFill>
              <a:srgbClr val="0F1A38"/>
            </a:solidFill>
            <a:ln>
              <a:noFill/>
            </a:ln>
          </p:spPr>
        </p:sp>
        <p:sp>
          <p:nvSpPr>
            <p:cNvPr id="298" name="Google Shape;298;p24"/>
            <p:cNvSpPr txBox="1"/>
            <p:nvPr/>
          </p:nvSpPr>
          <p:spPr>
            <a:xfrm>
              <a:off x="0" y="-47625"/>
              <a:ext cx="812800" cy="860425"/>
            </a:xfrm>
            <a:prstGeom prst="rect">
              <a:avLst/>
            </a:prstGeom>
            <a:noFill/>
            <a:ln>
              <a:noFill/>
            </a:ln>
          </p:spPr>
          <p:txBody>
            <a:bodyPr spcFirstLastPara="1" wrap="square" lIns="33867" tIns="33867" rIns="33867" bIns="33867" anchor="ctr" anchorCtr="0">
              <a:noAutofit/>
            </a:bodyPr>
            <a:lstStyle/>
            <a:p>
              <a:pPr algn="ctr">
                <a:lnSpc>
                  <a:spcPct val="186611"/>
                </a:lnSpc>
              </a:pPr>
              <a:endParaRPr sz="1200">
                <a:solidFill>
                  <a:schemeClr val="dk1"/>
                </a:solidFill>
                <a:latin typeface="Calibri"/>
                <a:ea typeface="Calibri"/>
                <a:cs typeface="Calibri"/>
                <a:sym typeface="Calibri"/>
              </a:endParaRPr>
            </a:p>
          </p:txBody>
        </p:sp>
      </p:grpSp>
      <p:grpSp>
        <p:nvGrpSpPr>
          <p:cNvPr id="299" name="Google Shape;299;p24"/>
          <p:cNvGrpSpPr/>
          <p:nvPr/>
        </p:nvGrpSpPr>
        <p:grpSpPr>
          <a:xfrm>
            <a:off x="862618" y="859599"/>
            <a:ext cx="10438221" cy="5192927"/>
            <a:chOff x="0" y="-47625"/>
            <a:chExt cx="4123742" cy="2051527"/>
          </a:xfrm>
        </p:grpSpPr>
        <p:sp>
          <p:nvSpPr>
            <p:cNvPr id="300" name="Google Shape;300;p24"/>
            <p:cNvSpPr/>
            <p:nvPr/>
          </p:nvSpPr>
          <p:spPr>
            <a:xfrm>
              <a:off x="0" y="0"/>
              <a:ext cx="4123742" cy="2003902"/>
            </a:xfrm>
            <a:custGeom>
              <a:avLst/>
              <a:gdLst/>
              <a:ahLst/>
              <a:cxnLst/>
              <a:rect l="l" t="t" r="r" b="b"/>
              <a:pathLst>
                <a:path w="4123742" h="2003902" extrusionOk="0">
                  <a:moveTo>
                    <a:pt x="0" y="0"/>
                  </a:moveTo>
                  <a:lnTo>
                    <a:pt x="4123742" y="0"/>
                  </a:lnTo>
                  <a:lnTo>
                    <a:pt x="4123742" y="2003902"/>
                  </a:lnTo>
                  <a:lnTo>
                    <a:pt x="0" y="2003902"/>
                  </a:lnTo>
                  <a:close/>
                </a:path>
              </a:pathLst>
            </a:custGeom>
            <a:solidFill>
              <a:srgbClr val="000000">
                <a:alpha val="0"/>
              </a:srgbClr>
            </a:solidFill>
            <a:ln w="38100" cap="sq" cmpd="sng">
              <a:solidFill>
                <a:srgbClr val="71CBEF"/>
              </a:solidFill>
              <a:prstDash val="solid"/>
              <a:miter lim="8000"/>
              <a:headEnd type="none" w="sm" len="sm"/>
              <a:tailEnd type="none" w="sm" len="sm"/>
            </a:ln>
          </p:spPr>
        </p:sp>
        <p:sp>
          <p:nvSpPr>
            <p:cNvPr id="301" name="Google Shape;301;p24"/>
            <p:cNvSpPr txBox="1"/>
            <p:nvPr/>
          </p:nvSpPr>
          <p:spPr>
            <a:xfrm>
              <a:off x="0" y="-47625"/>
              <a:ext cx="812800" cy="860425"/>
            </a:xfrm>
            <a:prstGeom prst="rect">
              <a:avLst/>
            </a:prstGeom>
            <a:noFill/>
            <a:ln>
              <a:noFill/>
            </a:ln>
          </p:spPr>
          <p:txBody>
            <a:bodyPr spcFirstLastPara="1" wrap="square" lIns="33867" tIns="33867" rIns="33867" bIns="33867" anchor="ctr" anchorCtr="0">
              <a:noAutofit/>
            </a:bodyPr>
            <a:lstStyle/>
            <a:p>
              <a:pPr algn="ctr">
                <a:lnSpc>
                  <a:spcPct val="186611"/>
                </a:lnSpc>
              </a:pPr>
              <a:endParaRPr sz="1200">
                <a:solidFill>
                  <a:schemeClr val="dk1"/>
                </a:solidFill>
                <a:latin typeface="Calibri"/>
                <a:ea typeface="Calibri"/>
                <a:cs typeface="Calibri"/>
                <a:sym typeface="Calibri"/>
              </a:endParaRPr>
            </a:p>
          </p:txBody>
        </p:sp>
      </p:grpSp>
      <p:graphicFrame>
        <p:nvGraphicFramePr>
          <p:cNvPr id="302" name="Google Shape;302;p24"/>
          <p:cNvGraphicFramePr/>
          <p:nvPr>
            <p:extLst>
              <p:ext uri="{D42A27DB-BD31-4B8C-83A1-F6EECF244321}">
                <p14:modId xmlns:p14="http://schemas.microsoft.com/office/powerpoint/2010/main" val="415833470"/>
              </p:ext>
            </p:extLst>
          </p:nvPr>
        </p:nvGraphicFramePr>
        <p:xfrm>
          <a:off x="1401397" y="2471536"/>
          <a:ext cx="9300733" cy="1611250"/>
        </p:xfrm>
        <a:graphic>
          <a:graphicData uri="http://schemas.openxmlformats.org/drawingml/2006/table">
            <a:tbl>
              <a:tblPr>
                <a:noFill/>
              </a:tblPr>
              <a:tblGrid>
                <a:gridCol w="2923233">
                  <a:extLst>
                    <a:ext uri="{9D8B030D-6E8A-4147-A177-3AD203B41FA5}">
                      <a16:colId xmlns:a16="http://schemas.microsoft.com/office/drawing/2014/main" val="20000"/>
                    </a:ext>
                  </a:extLst>
                </a:gridCol>
                <a:gridCol w="3631267">
                  <a:extLst>
                    <a:ext uri="{9D8B030D-6E8A-4147-A177-3AD203B41FA5}">
                      <a16:colId xmlns:a16="http://schemas.microsoft.com/office/drawing/2014/main" val="20001"/>
                    </a:ext>
                  </a:extLst>
                </a:gridCol>
                <a:gridCol w="2746233">
                  <a:extLst>
                    <a:ext uri="{9D8B030D-6E8A-4147-A177-3AD203B41FA5}">
                      <a16:colId xmlns:a16="http://schemas.microsoft.com/office/drawing/2014/main" val="20002"/>
                    </a:ext>
                  </a:extLst>
                </a:gridCol>
              </a:tblGrid>
              <a:tr h="1611250">
                <a:tc>
                  <a:txBody>
                    <a:bodyPr/>
                    <a:lstStyle/>
                    <a:p>
                      <a:pPr marL="0" marR="0" lvl="0" indent="0" algn="ctr" rtl="0">
                        <a:lnSpc>
                          <a:spcPct val="140013"/>
                        </a:lnSpc>
                        <a:spcBef>
                          <a:spcPts val="0"/>
                        </a:spcBef>
                        <a:spcAft>
                          <a:spcPts val="0"/>
                        </a:spcAft>
                        <a:buNone/>
                      </a:pPr>
                      <a:r>
                        <a:rPr lang="fa-IR" sz="2000" u="none" strike="noStrike" cap="none" dirty="0">
                          <a:solidFill>
                            <a:srgbClr val="71CBEF"/>
                          </a:solidFill>
                          <a:latin typeface="Arial"/>
                          <a:ea typeface="Arial"/>
                          <a:cs typeface="B Titr" panose="00000700000000000000" pitchFamily="2" charset="-78"/>
                          <a:sym typeface="Arial"/>
                        </a:rPr>
                        <a:t>تضمین کیفیت</a:t>
                      </a:r>
                      <a:endParaRPr sz="700" u="none" strike="noStrike" cap="none" dirty="0">
                        <a:cs typeface="B Titr" panose="00000700000000000000" pitchFamily="2" charset="-78"/>
                      </a:endParaRPr>
                    </a:p>
                    <a:p>
                      <a:pPr marL="0" marR="0" lvl="0" indent="0" algn="ctr" rtl="0">
                        <a:lnSpc>
                          <a:spcPct val="140000"/>
                        </a:lnSpc>
                        <a:spcBef>
                          <a:spcPts val="0"/>
                        </a:spcBef>
                        <a:spcAft>
                          <a:spcPts val="0"/>
                        </a:spcAft>
                        <a:buNone/>
                      </a:pPr>
                      <a:r>
                        <a:rPr lang="fa-IR" sz="1400" dirty="0">
                          <a:solidFill>
                            <a:schemeClr val="bg1">
                              <a:lumMod val="95000"/>
                            </a:schemeClr>
                          </a:solidFill>
                          <a:cs typeface="B Titr" panose="00000700000000000000" pitchFamily="2" charset="-78"/>
                        </a:rPr>
                        <a:t>در نظر گرفتن نیازهای متفاوت از نظر تأخیر، میزان ازدست‌رفتن اطلاعات و کیفیت انتقال.</a:t>
                      </a:r>
                      <a:endParaRPr sz="600" dirty="0">
                        <a:solidFill>
                          <a:schemeClr val="bg1">
                            <a:lumMod val="95000"/>
                          </a:schemeClr>
                        </a:solidFill>
                        <a:cs typeface="B Titr" panose="00000700000000000000" pitchFamily="2" charset="-78"/>
                      </a:endParaRPr>
                    </a:p>
                  </a:txBody>
                  <a:tcPr marL="127000" marR="127000" marT="127000" marB="127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40013"/>
                        </a:lnSpc>
                        <a:spcBef>
                          <a:spcPts val="0"/>
                        </a:spcBef>
                        <a:spcAft>
                          <a:spcPts val="0"/>
                        </a:spcAft>
                        <a:buNone/>
                      </a:pPr>
                      <a:r>
                        <a:rPr lang="fa-IR" sz="2000" u="none" strike="noStrike" cap="none" dirty="0">
                          <a:solidFill>
                            <a:srgbClr val="71CBEF"/>
                          </a:solidFill>
                          <a:latin typeface="Arial"/>
                          <a:ea typeface="Arial"/>
                          <a:cs typeface="B Titr" panose="00000700000000000000" pitchFamily="2" charset="-78"/>
                          <a:sym typeface="Arial"/>
                        </a:rPr>
                        <a:t>یکپارچه سازی خدمات</a:t>
                      </a:r>
                      <a:endParaRPr sz="700" u="none" strike="noStrike" cap="none" dirty="0">
                        <a:cs typeface="B Titr" panose="00000700000000000000" pitchFamily="2" charset="-78"/>
                      </a:endParaRPr>
                    </a:p>
                    <a:p>
                      <a:pPr marL="0" marR="0" lvl="0" indent="0" algn="ctr" rtl="0">
                        <a:lnSpc>
                          <a:spcPct val="140000"/>
                        </a:lnSpc>
                        <a:spcBef>
                          <a:spcPts val="0"/>
                        </a:spcBef>
                        <a:spcAft>
                          <a:spcPts val="0"/>
                        </a:spcAft>
                        <a:buNone/>
                      </a:pPr>
                      <a:r>
                        <a:rPr lang="fa-IR" sz="1400" dirty="0">
                          <a:solidFill>
                            <a:schemeClr val="bg1">
                              <a:lumMod val="95000"/>
                            </a:schemeClr>
                          </a:solidFill>
                          <a:cs typeface="B Titr" panose="00000700000000000000" pitchFamily="2" charset="-78"/>
                        </a:rPr>
                        <a:t>امکان انتقال صدا، داده و تصویر از طریق یک زیرساخت شبکه مشترک.</a:t>
                      </a:r>
                      <a:endParaRPr sz="600" dirty="0">
                        <a:solidFill>
                          <a:schemeClr val="bg1">
                            <a:lumMod val="95000"/>
                          </a:schemeClr>
                        </a:solidFill>
                        <a:cs typeface="B Titr" panose="00000700000000000000" pitchFamily="2" charset="-78"/>
                      </a:endParaRPr>
                    </a:p>
                  </a:txBody>
                  <a:tcPr marL="127000" marR="127000" marT="127000" marB="127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1">
                        <a:lnSpc>
                          <a:spcPct val="140013"/>
                        </a:lnSpc>
                        <a:spcBef>
                          <a:spcPts val="0"/>
                        </a:spcBef>
                        <a:spcAft>
                          <a:spcPts val="0"/>
                        </a:spcAft>
                        <a:buNone/>
                      </a:pPr>
                      <a:r>
                        <a:rPr lang="fa-IR" sz="2000" u="none" strike="noStrike" cap="none" dirty="0">
                          <a:solidFill>
                            <a:srgbClr val="71CBEF"/>
                          </a:solidFill>
                          <a:latin typeface="Arial"/>
                          <a:cs typeface="B Titr" panose="00000700000000000000" pitchFamily="2" charset="-78"/>
                          <a:sym typeface="Arial"/>
                        </a:rPr>
                        <a:t>استفاده از </a:t>
                      </a:r>
                      <a:r>
                        <a:rPr lang="en-US" sz="2000" u="none" strike="noStrike" cap="none" dirty="0">
                          <a:solidFill>
                            <a:srgbClr val="71CBEF"/>
                          </a:solidFill>
                          <a:latin typeface="Arial"/>
                          <a:cs typeface="B Titr" panose="00000700000000000000" pitchFamily="2" charset="-78"/>
                          <a:sym typeface="Arial"/>
                        </a:rPr>
                        <a:t>ATM</a:t>
                      </a:r>
                      <a:endParaRPr sz="700" u="none" strike="noStrike" cap="none" dirty="0">
                        <a:cs typeface="B Titr" panose="00000700000000000000" pitchFamily="2" charset="-78"/>
                      </a:endParaRPr>
                    </a:p>
                    <a:p>
                      <a:pPr marL="0" marR="0" lvl="0" indent="0" algn="ctr" rtl="0">
                        <a:lnSpc>
                          <a:spcPct val="140000"/>
                        </a:lnSpc>
                        <a:spcBef>
                          <a:spcPts val="0"/>
                        </a:spcBef>
                        <a:spcAft>
                          <a:spcPts val="0"/>
                        </a:spcAft>
                        <a:buNone/>
                      </a:pPr>
                      <a:r>
                        <a:rPr lang="fa-IR" sz="1400" dirty="0">
                          <a:solidFill>
                            <a:schemeClr val="bg1">
                              <a:lumMod val="95000"/>
                            </a:schemeClr>
                          </a:solidFill>
                          <a:cs typeface="B Titr" panose="00000700000000000000" pitchFamily="2" charset="-78"/>
                        </a:rPr>
                        <a:t>اطلاعات را در قالب سلول‌هایی با اندازه ثابت ۵۳ بایتی منتقل می‌کرد.</a:t>
                      </a:r>
                      <a:endParaRPr sz="600" dirty="0">
                        <a:solidFill>
                          <a:schemeClr val="bg1">
                            <a:lumMod val="95000"/>
                          </a:schemeClr>
                        </a:solidFill>
                        <a:cs typeface="B Titr" panose="00000700000000000000" pitchFamily="2" charset="-78"/>
                      </a:endParaRPr>
                    </a:p>
                  </a:txBody>
                  <a:tcPr marL="127000" marR="127000" marT="127000" marB="127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03" name="Google Shape;303;p24"/>
          <p:cNvSpPr txBox="1"/>
          <p:nvPr/>
        </p:nvSpPr>
        <p:spPr>
          <a:xfrm>
            <a:off x="3025092" y="1361794"/>
            <a:ext cx="6053345" cy="923330"/>
          </a:xfrm>
          <a:prstGeom prst="rect">
            <a:avLst/>
          </a:prstGeom>
          <a:noFill/>
          <a:ln>
            <a:noFill/>
          </a:ln>
        </p:spPr>
        <p:txBody>
          <a:bodyPr spcFirstLastPara="1" wrap="square" lIns="0" tIns="0" rIns="0" bIns="0" anchor="t" anchorCtr="0">
            <a:spAutoFit/>
          </a:bodyPr>
          <a:lstStyle/>
          <a:p>
            <a:pPr algn="ctr" rtl="1">
              <a:lnSpc>
                <a:spcPct val="120000"/>
              </a:lnSpc>
            </a:pPr>
            <a:r>
              <a:rPr lang="en-US" sz="5000" b="1" dirty="0">
                <a:solidFill>
                  <a:schemeClr val="tx2"/>
                </a:solidFill>
                <a:latin typeface="Archivo Black"/>
                <a:ea typeface="Archivo Black"/>
                <a:cs typeface="B Titr" panose="00000700000000000000" pitchFamily="2" charset="-78"/>
                <a:sym typeface="Archivo Black"/>
              </a:rPr>
              <a:t>BISDN</a:t>
            </a:r>
            <a:endParaRPr sz="1200" b="1" dirty="0">
              <a:solidFill>
                <a:schemeClr val="tx2"/>
              </a:solidFill>
              <a:cs typeface="B Titr" panose="00000700000000000000" pitchFamily="2" charset="-78"/>
            </a:endParaRPr>
          </a:p>
        </p:txBody>
      </p:sp>
      <p:grpSp>
        <p:nvGrpSpPr>
          <p:cNvPr id="304" name="Google Shape;304;p24"/>
          <p:cNvGrpSpPr/>
          <p:nvPr/>
        </p:nvGrpSpPr>
        <p:grpSpPr>
          <a:xfrm>
            <a:off x="2689153" y="2471535"/>
            <a:ext cx="6724919" cy="260339"/>
            <a:chOff x="0" y="0"/>
            <a:chExt cx="13449838" cy="520677"/>
          </a:xfrm>
        </p:grpSpPr>
        <p:grpSp>
          <p:nvGrpSpPr>
            <p:cNvPr id="305" name="Google Shape;305;p24"/>
            <p:cNvGrpSpPr/>
            <p:nvPr/>
          </p:nvGrpSpPr>
          <p:grpSpPr>
            <a:xfrm>
              <a:off x="0" y="0"/>
              <a:ext cx="520677" cy="520677"/>
              <a:chOff x="0" y="0"/>
              <a:chExt cx="812800" cy="812800"/>
            </a:xfrm>
          </p:grpSpPr>
          <p:sp>
            <p:nvSpPr>
              <p:cNvPr id="306" name="Google Shape;306;p2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1CBEF"/>
              </a:solidFill>
              <a:ln>
                <a:noFill/>
              </a:ln>
            </p:spPr>
            <p:txBody>
              <a:bodyPr spcFirstLastPara="1" wrap="square" lIns="60950" tIns="60950" rIns="60950" bIns="60950" anchor="ctr" anchorCtr="0">
                <a:noAutofit/>
              </a:bodyPr>
              <a:lstStyle/>
              <a:p>
                <a:endParaRPr sz="1200"/>
              </a:p>
            </p:txBody>
          </p:sp>
          <p:sp>
            <p:nvSpPr>
              <p:cNvPr id="307" name="Google Shape;307;p2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a:lnSpc>
                    <a:spcPct val="186611"/>
                  </a:lnSpc>
                </a:pPr>
                <a:endParaRPr sz="1200">
                  <a:solidFill>
                    <a:schemeClr val="dk1"/>
                  </a:solidFill>
                  <a:latin typeface="Calibri"/>
                  <a:ea typeface="Calibri"/>
                  <a:cs typeface="Calibri"/>
                  <a:sym typeface="Calibri"/>
                </a:endParaRPr>
              </a:p>
            </p:txBody>
          </p:sp>
        </p:grpSp>
        <p:grpSp>
          <p:nvGrpSpPr>
            <p:cNvPr id="308" name="Google Shape;308;p24"/>
            <p:cNvGrpSpPr/>
            <p:nvPr/>
          </p:nvGrpSpPr>
          <p:grpSpPr>
            <a:xfrm>
              <a:off x="6464580" y="0"/>
              <a:ext cx="520677" cy="520677"/>
              <a:chOff x="0" y="0"/>
              <a:chExt cx="812800" cy="812800"/>
            </a:xfrm>
          </p:grpSpPr>
          <p:sp>
            <p:nvSpPr>
              <p:cNvPr id="309" name="Google Shape;309;p2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1CBEF"/>
              </a:solidFill>
              <a:ln>
                <a:noFill/>
              </a:ln>
            </p:spPr>
            <p:txBody>
              <a:bodyPr spcFirstLastPara="1" wrap="square" lIns="60950" tIns="60950" rIns="60950" bIns="60950" anchor="ctr" anchorCtr="0">
                <a:noAutofit/>
              </a:bodyPr>
              <a:lstStyle/>
              <a:p>
                <a:endParaRPr sz="1200"/>
              </a:p>
            </p:txBody>
          </p:sp>
          <p:sp>
            <p:nvSpPr>
              <p:cNvPr id="310" name="Google Shape;310;p2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a:lnSpc>
                    <a:spcPct val="186611"/>
                  </a:lnSpc>
                </a:pPr>
                <a:endParaRPr sz="1200">
                  <a:solidFill>
                    <a:schemeClr val="dk1"/>
                  </a:solidFill>
                  <a:latin typeface="Calibri"/>
                  <a:ea typeface="Calibri"/>
                  <a:cs typeface="Calibri"/>
                  <a:sym typeface="Calibri"/>
                </a:endParaRPr>
              </a:p>
            </p:txBody>
          </p:sp>
        </p:grpSp>
        <p:grpSp>
          <p:nvGrpSpPr>
            <p:cNvPr id="311" name="Google Shape;311;p24"/>
            <p:cNvGrpSpPr/>
            <p:nvPr/>
          </p:nvGrpSpPr>
          <p:grpSpPr>
            <a:xfrm>
              <a:off x="12929161" y="0"/>
              <a:ext cx="520677" cy="520677"/>
              <a:chOff x="0" y="0"/>
              <a:chExt cx="812800" cy="812800"/>
            </a:xfrm>
          </p:grpSpPr>
          <p:sp>
            <p:nvSpPr>
              <p:cNvPr id="312" name="Google Shape;312;p2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1CBEF"/>
              </a:solidFill>
              <a:ln>
                <a:noFill/>
              </a:ln>
            </p:spPr>
            <p:txBody>
              <a:bodyPr spcFirstLastPara="1" wrap="square" lIns="60950" tIns="60950" rIns="60950" bIns="60950" anchor="ctr" anchorCtr="0">
                <a:noAutofit/>
              </a:bodyPr>
              <a:lstStyle/>
              <a:p>
                <a:endParaRPr sz="1200"/>
              </a:p>
            </p:txBody>
          </p:sp>
          <p:sp>
            <p:nvSpPr>
              <p:cNvPr id="313" name="Google Shape;313;p2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a:lnSpc>
                    <a:spcPct val="186611"/>
                  </a:lnSpc>
                </a:pPr>
                <a:endParaRPr sz="1200">
                  <a:solidFill>
                    <a:schemeClr val="dk1"/>
                  </a:solidFill>
                  <a:latin typeface="Calibri"/>
                  <a:ea typeface="Calibri"/>
                  <a:cs typeface="Calibri"/>
                  <a:sym typeface="Calibri"/>
                </a:endParaRPr>
              </a:p>
            </p:txBody>
          </p:sp>
        </p:grpSp>
      </p:grpSp>
      <p:grpSp>
        <p:nvGrpSpPr>
          <p:cNvPr id="314" name="Google Shape;314;p24"/>
          <p:cNvGrpSpPr/>
          <p:nvPr/>
        </p:nvGrpSpPr>
        <p:grpSpPr>
          <a:xfrm>
            <a:off x="2689153" y="3961285"/>
            <a:ext cx="6724919" cy="260339"/>
            <a:chOff x="0" y="0"/>
            <a:chExt cx="13449838" cy="520677"/>
          </a:xfrm>
        </p:grpSpPr>
        <p:grpSp>
          <p:nvGrpSpPr>
            <p:cNvPr id="315" name="Google Shape;315;p24"/>
            <p:cNvGrpSpPr/>
            <p:nvPr/>
          </p:nvGrpSpPr>
          <p:grpSpPr>
            <a:xfrm>
              <a:off x="0" y="0"/>
              <a:ext cx="520677" cy="520677"/>
              <a:chOff x="0" y="0"/>
              <a:chExt cx="812800" cy="812800"/>
            </a:xfrm>
          </p:grpSpPr>
          <p:sp>
            <p:nvSpPr>
              <p:cNvPr id="316" name="Google Shape;316;p2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1CBEF"/>
              </a:solidFill>
              <a:ln>
                <a:noFill/>
              </a:ln>
            </p:spPr>
            <p:txBody>
              <a:bodyPr spcFirstLastPara="1" wrap="square" lIns="60950" tIns="60950" rIns="60950" bIns="60950" anchor="ctr" anchorCtr="0">
                <a:noAutofit/>
              </a:bodyPr>
              <a:lstStyle/>
              <a:p>
                <a:endParaRPr sz="1200"/>
              </a:p>
            </p:txBody>
          </p:sp>
          <p:sp>
            <p:nvSpPr>
              <p:cNvPr id="317" name="Google Shape;317;p2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a:lnSpc>
                    <a:spcPct val="186611"/>
                  </a:lnSpc>
                </a:pPr>
                <a:endParaRPr sz="1200">
                  <a:solidFill>
                    <a:schemeClr val="dk1"/>
                  </a:solidFill>
                  <a:latin typeface="Calibri"/>
                  <a:ea typeface="Calibri"/>
                  <a:cs typeface="Calibri"/>
                  <a:sym typeface="Calibri"/>
                </a:endParaRPr>
              </a:p>
            </p:txBody>
          </p:sp>
        </p:grpSp>
        <p:grpSp>
          <p:nvGrpSpPr>
            <p:cNvPr id="318" name="Google Shape;318;p24"/>
            <p:cNvGrpSpPr/>
            <p:nvPr/>
          </p:nvGrpSpPr>
          <p:grpSpPr>
            <a:xfrm>
              <a:off x="6464580" y="0"/>
              <a:ext cx="520677" cy="520677"/>
              <a:chOff x="0" y="0"/>
              <a:chExt cx="812800" cy="812800"/>
            </a:xfrm>
          </p:grpSpPr>
          <p:sp>
            <p:nvSpPr>
              <p:cNvPr id="319" name="Google Shape;319;p2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1CBEF"/>
              </a:solidFill>
              <a:ln>
                <a:noFill/>
              </a:ln>
            </p:spPr>
            <p:txBody>
              <a:bodyPr spcFirstLastPara="1" wrap="square" lIns="60950" tIns="60950" rIns="60950" bIns="60950" anchor="ctr" anchorCtr="0">
                <a:noAutofit/>
              </a:bodyPr>
              <a:lstStyle/>
              <a:p>
                <a:endParaRPr sz="1200"/>
              </a:p>
            </p:txBody>
          </p:sp>
          <p:sp>
            <p:nvSpPr>
              <p:cNvPr id="320" name="Google Shape;320;p2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a:lnSpc>
                    <a:spcPct val="186611"/>
                  </a:lnSpc>
                </a:pPr>
                <a:endParaRPr sz="1200">
                  <a:solidFill>
                    <a:schemeClr val="dk1"/>
                  </a:solidFill>
                  <a:latin typeface="Calibri"/>
                  <a:ea typeface="Calibri"/>
                  <a:cs typeface="Calibri"/>
                  <a:sym typeface="Calibri"/>
                </a:endParaRPr>
              </a:p>
            </p:txBody>
          </p:sp>
        </p:grpSp>
        <p:grpSp>
          <p:nvGrpSpPr>
            <p:cNvPr id="321" name="Google Shape;321;p24"/>
            <p:cNvGrpSpPr/>
            <p:nvPr/>
          </p:nvGrpSpPr>
          <p:grpSpPr>
            <a:xfrm>
              <a:off x="12929161" y="0"/>
              <a:ext cx="520677" cy="520677"/>
              <a:chOff x="0" y="0"/>
              <a:chExt cx="812800" cy="812800"/>
            </a:xfrm>
          </p:grpSpPr>
          <p:sp>
            <p:nvSpPr>
              <p:cNvPr id="322" name="Google Shape;322;p2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1CBEF"/>
              </a:solidFill>
              <a:ln>
                <a:noFill/>
              </a:ln>
            </p:spPr>
            <p:txBody>
              <a:bodyPr spcFirstLastPara="1" wrap="square" lIns="60950" tIns="60950" rIns="60950" bIns="60950" anchor="ctr" anchorCtr="0">
                <a:noAutofit/>
              </a:bodyPr>
              <a:lstStyle/>
              <a:p>
                <a:endParaRPr sz="1200"/>
              </a:p>
            </p:txBody>
          </p:sp>
          <p:sp>
            <p:nvSpPr>
              <p:cNvPr id="323" name="Google Shape;323;p24"/>
              <p:cNvSpPr txBox="1"/>
              <p:nvPr/>
            </p:nvSpPr>
            <p:spPr>
              <a:xfrm>
                <a:off x="76200" y="28575"/>
                <a:ext cx="660400" cy="708025"/>
              </a:xfrm>
              <a:prstGeom prst="rect">
                <a:avLst/>
              </a:prstGeom>
              <a:noFill/>
              <a:ln>
                <a:noFill/>
              </a:ln>
            </p:spPr>
            <p:txBody>
              <a:bodyPr spcFirstLastPara="1" wrap="square" lIns="33867" tIns="33867" rIns="33867" bIns="33867" anchor="ctr" anchorCtr="0">
                <a:noAutofit/>
              </a:bodyPr>
              <a:lstStyle/>
              <a:p>
                <a:pPr algn="ctr">
                  <a:lnSpc>
                    <a:spcPct val="186611"/>
                  </a:lnSpc>
                </a:pPr>
                <a:endParaRPr sz="1200">
                  <a:solidFill>
                    <a:schemeClr val="dk1"/>
                  </a:solidFill>
                  <a:latin typeface="Calibri"/>
                  <a:ea typeface="Calibri"/>
                  <a:cs typeface="Calibri"/>
                  <a:sym typeface="Calibri"/>
                </a:endParaRPr>
              </a:p>
            </p:txBody>
          </p:sp>
        </p:grpSp>
      </p:grpSp>
      <p:sp>
        <p:nvSpPr>
          <p:cNvPr id="33" name="TextBox 4">
            <a:extLst>
              <a:ext uri="{FF2B5EF4-FFF2-40B4-BE49-F238E27FC236}">
                <a16:creationId xmlns:a16="http://schemas.microsoft.com/office/drawing/2014/main" id="{044443DE-F36E-4939-A4B5-88D0BDFCC654}"/>
              </a:ext>
            </a:extLst>
          </p:cNvPr>
          <p:cNvSpPr txBox="1"/>
          <p:nvPr/>
        </p:nvSpPr>
        <p:spPr>
          <a:xfrm>
            <a:off x="500342" y="6441358"/>
            <a:ext cx="2781300"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accent5"/>
                </a:solidFill>
              </a:rPr>
              <a:t>Presented by Pouya Tavakoli</a:t>
            </a:r>
          </a:p>
        </p:txBody>
      </p:sp>
      <p:sp>
        <p:nvSpPr>
          <p:cNvPr id="34" name="TextBox 33">
            <a:extLst>
              <a:ext uri="{FF2B5EF4-FFF2-40B4-BE49-F238E27FC236}">
                <a16:creationId xmlns:a16="http://schemas.microsoft.com/office/drawing/2014/main" id="{DFD9351A-1E06-4856-9741-D80D881D8EA7}"/>
              </a:ext>
            </a:extLst>
          </p:cNvPr>
          <p:cNvSpPr txBox="1"/>
          <p:nvPr/>
        </p:nvSpPr>
        <p:spPr>
          <a:xfrm>
            <a:off x="10435347" y="6427086"/>
            <a:ext cx="1637489" cy="276999"/>
          </a:xfrm>
          <a:prstGeom prst="rect">
            <a:avLst/>
          </a:prstGeom>
          <a:noFill/>
        </p:spPr>
        <p:txBody>
          <a:bodyPr wrap="square">
            <a:spAutoFit/>
          </a:bodyPr>
          <a:lstStyle/>
          <a:p>
            <a:r>
              <a:rPr lang="en-US" sz="1200" dirty="0">
                <a:solidFill>
                  <a:schemeClr val="bg1"/>
                </a:solidFill>
              </a:rPr>
              <a:t>Book p.46 &amp; 47</a:t>
            </a:r>
          </a:p>
        </p:txBody>
      </p:sp>
      <p:graphicFrame>
        <p:nvGraphicFramePr>
          <p:cNvPr id="37" name="Google Shape;302;p24">
            <a:extLst>
              <a:ext uri="{FF2B5EF4-FFF2-40B4-BE49-F238E27FC236}">
                <a16:creationId xmlns:a16="http://schemas.microsoft.com/office/drawing/2014/main" id="{5C802D34-AC6D-4ADD-8DA3-4681F061F1B8}"/>
              </a:ext>
            </a:extLst>
          </p:cNvPr>
          <p:cNvGraphicFramePr/>
          <p:nvPr>
            <p:extLst>
              <p:ext uri="{D42A27DB-BD31-4B8C-83A1-F6EECF244321}">
                <p14:modId xmlns:p14="http://schemas.microsoft.com/office/powerpoint/2010/main" val="2913160491"/>
              </p:ext>
            </p:extLst>
          </p:nvPr>
        </p:nvGraphicFramePr>
        <p:xfrm>
          <a:off x="1295483" y="4037965"/>
          <a:ext cx="9300733" cy="1555496"/>
        </p:xfrm>
        <a:graphic>
          <a:graphicData uri="http://schemas.openxmlformats.org/drawingml/2006/table">
            <a:tbl>
              <a:tblPr>
                <a:noFill/>
              </a:tblPr>
              <a:tblGrid>
                <a:gridCol w="2923233">
                  <a:extLst>
                    <a:ext uri="{9D8B030D-6E8A-4147-A177-3AD203B41FA5}">
                      <a16:colId xmlns:a16="http://schemas.microsoft.com/office/drawing/2014/main" val="20000"/>
                    </a:ext>
                  </a:extLst>
                </a:gridCol>
                <a:gridCol w="3631267">
                  <a:extLst>
                    <a:ext uri="{9D8B030D-6E8A-4147-A177-3AD203B41FA5}">
                      <a16:colId xmlns:a16="http://schemas.microsoft.com/office/drawing/2014/main" val="20001"/>
                    </a:ext>
                  </a:extLst>
                </a:gridCol>
                <a:gridCol w="2746233">
                  <a:extLst>
                    <a:ext uri="{9D8B030D-6E8A-4147-A177-3AD203B41FA5}">
                      <a16:colId xmlns:a16="http://schemas.microsoft.com/office/drawing/2014/main" val="20002"/>
                    </a:ext>
                  </a:extLst>
                </a:gridCol>
              </a:tblGrid>
              <a:tr h="1243796">
                <a:tc>
                  <a:txBody>
                    <a:bodyPr/>
                    <a:lstStyle/>
                    <a:p>
                      <a:pPr marL="0" marR="0" lvl="0" indent="0" algn="ctr" rtl="1">
                        <a:lnSpc>
                          <a:spcPct val="140013"/>
                        </a:lnSpc>
                        <a:spcBef>
                          <a:spcPts val="0"/>
                        </a:spcBef>
                        <a:spcAft>
                          <a:spcPts val="0"/>
                        </a:spcAft>
                        <a:buNone/>
                      </a:pPr>
                      <a:r>
                        <a:rPr lang="fa-IR" sz="2000" dirty="0">
                          <a:solidFill>
                            <a:schemeClr val="tx2"/>
                          </a:solidFill>
                          <a:cs typeface="B Titr" panose="00000700000000000000" pitchFamily="2" charset="-78"/>
                        </a:rPr>
                        <a:t>پیچیدگی و هزینه تجهیزات </a:t>
                      </a:r>
                      <a:r>
                        <a:rPr lang="fa-IR" sz="1400" dirty="0">
                          <a:solidFill>
                            <a:schemeClr val="bg1"/>
                          </a:solidFill>
                          <a:cs typeface="B Titr" panose="00000700000000000000" pitchFamily="2" charset="-78"/>
                        </a:rPr>
                        <a:t>شبکه</a:t>
                      </a:r>
                      <a:r>
                        <a:rPr lang="fa-IR" sz="1400" u="none" strike="noStrike" cap="none" dirty="0">
                          <a:solidFill>
                            <a:schemeClr val="bg1"/>
                          </a:solidFill>
                          <a:latin typeface="Arial"/>
                          <a:ea typeface="Arial"/>
                          <a:cs typeface="B Titr" panose="00000700000000000000" pitchFamily="2" charset="-78"/>
                          <a:sym typeface="Arial"/>
                        </a:rPr>
                        <a:t>استفاده از فناوری </a:t>
                      </a:r>
                      <a:r>
                        <a:rPr lang="en-US" sz="1400" u="none" strike="noStrike" cap="none" dirty="0">
                          <a:solidFill>
                            <a:schemeClr val="bg1"/>
                          </a:solidFill>
                          <a:latin typeface="Arial"/>
                          <a:ea typeface="Arial"/>
                          <a:cs typeface="B Titr" panose="00000700000000000000" pitchFamily="2" charset="-78"/>
                          <a:sym typeface="Arial"/>
                        </a:rPr>
                        <a:t>ATM</a:t>
                      </a:r>
                      <a:r>
                        <a:rPr lang="fa-IR" sz="1400" u="none" strike="noStrike" cap="none" dirty="0">
                          <a:solidFill>
                            <a:schemeClr val="bg1"/>
                          </a:solidFill>
                          <a:latin typeface="Arial"/>
                          <a:ea typeface="Arial"/>
                          <a:cs typeface="B Titr" panose="00000700000000000000" pitchFamily="2" charset="-78"/>
                          <a:sym typeface="Arial"/>
                        </a:rPr>
                        <a:t> </a:t>
                      </a:r>
                      <a:r>
                        <a:rPr lang="fa-IR" sz="1400" dirty="0">
                          <a:solidFill>
                            <a:schemeClr val="bg1"/>
                          </a:solidFill>
                          <a:cs typeface="B Titr" panose="00000700000000000000" pitchFamily="2" charset="-78"/>
                        </a:rPr>
                        <a:t>و تجهیزات تخصصی سوئیچینگ، پیاده‌سازی و مدیریت شبکه را پیچیده‌تر و پرهزینه‌تر می‌کرد.</a:t>
                      </a:r>
                      <a:endParaRPr sz="1400" dirty="0">
                        <a:solidFill>
                          <a:schemeClr val="bg1"/>
                        </a:solidFill>
                        <a:cs typeface="B Titr" panose="00000700000000000000" pitchFamily="2" charset="-78"/>
                      </a:endParaRPr>
                    </a:p>
                  </a:txBody>
                  <a:tcPr marL="127000" marR="127000" marT="127000" marB="127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40013"/>
                        </a:lnSpc>
                        <a:spcBef>
                          <a:spcPts val="0"/>
                        </a:spcBef>
                        <a:spcAft>
                          <a:spcPts val="0"/>
                        </a:spcAft>
                        <a:buNone/>
                      </a:pPr>
                      <a:r>
                        <a:rPr lang="fa-IR" sz="2000" u="none" strike="noStrike" cap="none" dirty="0">
                          <a:solidFill>
                            <a:srgbClr val="71CBEF"/>
                          </a:solidFill>
                          <a:latin typeface="Arial"/>
                          <a:ea typeface="Arial"/>
                          <a:cs typeface="B Titr" panose="00000700000000000000" pitchFamily="2" charset="-78"/>
                          <a:sym typeface="Arial"/>
                        </a:rPr>
                        <a:t>هزینه بالای زیرساخت شبکه</a:t>
                      </a:r>
                      <a:endParaRPr sz="700" u="none" strike="noStrike" cap="none" dirty="0">
                        <a:cs typeface="B Titr" panose="00000700000000000000" pitchFamily="2" charset="-78"/>
                      </a:endParaRPr>
                    </a:p>
                    <a:p>
                      <a:pPr marL="0" marR="0" lvl="0" indent="0" algn="ctr" rtl="0">
                        <a:lnSpc>
                          <a:spcPct val="140000"/>
                        </a:lnSpc>
                        <a:spcBef>
                          <a:spcPts val="0"/>
                        </a:spcBef>
                        <a:spcAft>
                          <a:spcPts val="0"/>
                        </a:spcAft>
                        <a:buNone/>
                      </a:pPr>
                      <a:r>
                        <a:rPr lang="fa-IR" sz="1400" dirty="0">
                          <a:solidFill>
                            <a:schemeClr val="bg1">
                              <a:lumMod val="95000"/>
                            </a:schemeClr>
                          </a:solidFill>
                          <a:cs typeface="B Titr" panose="00000700000000000000" pitchFamily="2" charset="-78"/>
                        </a:rPr>
                        <a:t>پیاده‌سازی شبکه پهن‌باند با تکیه بر فیبر نوری در شبکه دسترسی، مستلزم سرمایه‌گذاری زیاد برای توسعه زیرساخت و تجهیزات مخابراتی بود</a:t>
                      </a:r>
                      <a:endParaRPr sz="600" dirty="0">
                        <a:solidFill>
                          <a:schemeClr val="bg1">
                            <a:lumMod val="95000"/>
                          </a:schemeClr>
                        </a:solidFill>
                        <a:cs typeface="B Titr" panose="00000700000000000000" pitchFamily="2" charset="-78"/>
                      </a:endParaRPr>
                    </a:p>
                  </a:txBody>
                  <a:tcPr marL="127000" marR="127000" marT="127000" marB="1270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40013"/>
                        </a:lnSpc>
                        <a:spcBef>
                          <a:spcPts val="0"/>
                        </a:spcBef>
                        <a:spcAft>
                          <a:spcPts val="0"/>
                        </a:spcAft>
                        <a:buNone/>
                      </a:pPr>
                      <a:r>
                        <a:rPr lang="fa-IR" sz="2000" u="none" strike="noStrike" cap="none" dirty="0">
                          <a:solidFill>
                            <a:srgbClr val="71CBEF"/>
                          </a:solidFill>
                          <a:latin typeface="Arial"/>
                          <a:ea typeface="Arial"/>
                          <a:cs typeface="B Titr" panose="00000700000000000000" pitchFamily="2" charset="-78"/>
                          <a:sym typeface="Arial"/>
                        </a:rPr>
                        <a:t>وابستگی به ارتباطات</a:t>
                      </a:r>
                      <a:endParaRPr sz="700" u="none" strike="noStrike" cap="none" dirty="0">
                        <a:cs typeface="B Titr" panose="00000700000000000000" pitchFamily="2" charset="-78"/>
                      </a:endParaRPr>
                    </a:p>
                    <a:p>
                      <a:pPr marL="0" marR="0" lvl="0" indent="0" algn="ctr" rtl="0">
                        <a:lnSpc>
                          <a:spcPct val="140000"/>
                        </a:lnSpc>
                        <a:spcBef>
                          <a:spcPts val="0"/>
                        </a:spcBef>
                        <a:spcAft>
                          <a:spcPts val="0"/>
                        </a:spcAft>
                        <a:buNone/>
                      </a:pPr>
                      <a:r>
                        <a:rPr lang="fa-IR" sz="1400" dirty="0">
                          <a:solidFill>
                            <a:schemeClr val="bg1">
                              <a:lumMod val="95000"/>
                            </a:schemeClr>
                          </a:solidFill>
                          <a:cs typeface="B Titr" panose="00000700000000000000" pitchFamily="2" charset="-78"/>
                        </a:rPr>
                        <a:t>برای برقراری ارتباط، ابتدا باید یک مسیر منطقی بین مبدأ و مقصد برقرار شود.</a:t>
                      </a:r>
                      <a:endParaRPr sz="600" dirty="0">
                        <a:solidFill>
                          <a:schemeClr val="bg1">
                            <a:lumMod val="95000"/>
                          </a:schemeClr>
                        </a:solidFill>
                        <a:cs typeface="B Titr" panose="00000700000000000000" pitchFamily="2" charset="-78"/>
                      </a:endParaRPr>
                    </a:p>
                  </a:txBody>
                  <a:tcPr marL="127000" marR="127000" marT="127000" marB="1270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14"/>
                                        </p:tgtEl>
                                        <p:attrNameLst>
                                          <p:attrName>style.visibility</p:attrName>
                                        </p:attrNameLst>
                                      </p:cBhvr>
                                      <p:to>
                                        <p:strVal val="visible"/>
                                      </p:to>
                                    </p:set>
                                    <p:animEffect transition="in" filter="fade">
                                      <p:cBhvr>
                                        <p:cTn id="7" dur="1000"/>
                                        <p:tgtEl>
                                          <p:spTgt spid="314"/>
                                        </p:tgtEl>
                                      </p:cBhvr>
                                    </p:animEffect>
                                    <p:anim calcmode="lin" valueType="num">
                                      <p:cBhvr>
                                        <p:cTn id="8" dur="1000" fill="hold"/>
                                        <p:tgtEl>
                                          <p:spTgt spid="314"/>
                                        </p:tgtEl>
                                        <p:attrNameLst>
                                          <p:attrName>ppt_x</p:attrName>
                                        </p:attrNameLst>
                                      </p:cBhvr>
                                      <p:tavLst>
                                        <p:tav tm="0">
                                          <p:val>
                                            <p:strVal val="#ppt_x"/>
                                          </p:val>
                                        </p:tav>
                                        <p:tav tm="100000">
                                          <p:val>
                                            <p:strVal val="#ppt_x"/>
                                          </p:val>
                                        </p:tav>
                                      </p:tavLst>
                                    </p:anim>
                                    <p:anim calcmode="lin" valueType="num">
                                      <p:cBhvr>
                                        <p:cTn id="9" dur="1000" fill="hold"/>
                                        <p:tgtEl>
                                          <p:spTgt spid="31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1000"/>
                                        <p:tgtEl>
                                          <p:spTgt spid="37"/>
                                        </p:tgtEl>
                                      </p:cBhvr>
                                    </p:animEffect>
                                    <p:anim calcmode="lin" valueType="num">
                                      <p:cBhvr>
                                        <p:cTn id="13" dur="1000" fill="hold"/>
                                        <p:tgtEl>
                                          <p:spTgt spid="37"/>
                                        </p:tgtEl>
                                        <p:attrNameLst>
                                          <p:attrName>ppt_x</p:attrName>
                                        </p:attrNameLst>
                                      </p:cBhvr>
                                      <p:tavLst>
                                        <p:tav tm="0">
                                          <p:val>
                                            <p:strVal val="#ppt_x"/>
                                          </p:val>
                                        </p:tav>
                                        <p:tav tm="100000">
                                          <p:val>
                                            <p:strVal val="#ppt_x"/>
                                          </p:val>
                                        </p:tav>
                                      </p:tavLst>
                                    </p:anim>
                                    <p:anim calcmode="lin" valueType="num">
                                      <p:cBhvr>
                                        <p:cTn id="14"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grpSp>
        <p:nvGrpSpPr>
          <p:cNvPr id="203" name="Google Shape;203;p20"/>
          <p:cNvGrpSpPr/>
          <p:nvPr/>
        </p:nvGrpSpPr>
        <p:grpSpPr>
          <a:xfrm>
            <a:off x="518271" y="565249"/>
            <a:ext cx="10782568" cy="5606951"/>
            <a:chOff x="0" y="-47625"/>
            <a:chExt cx="4259780" cy="2215092"/>
          </a:xfrm>
        </p:grpSpPr>
        <p:sp>
          <p:nvSpPr>
            <p:cNvPr id="204" name="Google Shape;204;p20"/>
            <p:cNvSpPr/>
            <p:nvPr/>
          </p:nvSpPr>
          <p:spPr>
            <a:xfrm>
              <a:off x="0" y="0"/>
              <a:ext cx="4259780" cy="2167467"/>
            </a:xfrm>
            <a:custGeom>
              <a:avLst/>
              <a:gdLst/>
              <a:ahLst/>
              <a:cxnLst/>
              <a:rect l="l" t="t" r="r" b="b"/>
              <a:pathLst>
                <a:path w="4259780" h="2167467" extrusionOk="0">
                  <a:moveTo>
                    <a:pt x="0" y="0"/>
                  </a:moveTo>
                  <a:lnTo>
                    <a:pt x="4259780" y="0"/>
                  </a:lnTo>
                  <a:lnTo>
                    <a:pt x="4259780" y="2167467"/>
                  </a:lnTo>
                  <a:lnTo>
                    <a:pt x="0" y="2167467"/>
                  </a:lnTo>
                  <a:close/>
                </a:path>
              </a:pathLst>
            </a:custGeom>
            <a:solidFill>
              <a:srgbClr val="000000">
                <a:alpha val="0"/>
              </a:srgbClr>
            </a:solidFill>
            <a:ln w="38100" cap="sq" cmpd="sng">
              <a:solidFill>
                <a:srgbClr val="71CBEF"/>
              </a:solidFill>
              <a:prstDash val="solid"/>
              <a:miter lim="8000"/>
              <a:headEnd type="none" w="sm" len="sm"/>
              <a:tailEnd type="none" w="sm" len="sm"/>
            </a:ln>
          </p:spPr>
        </p:sp>
        <p:sp>
          <p:nvSpPr>
            <p:cNvPr id="205" name="Google Shape;205;p20"/>
            <p:cNvSpPr txBox="1"/>
            <p:nvPr/>
          </p:nvSpPr>
          <p:spPr>
            <a:xfrm>
              <a:off x="0" y="-47625"/>
              <a:ext cx="812800" cy="860425"/>
            </a:xfrm>
            <a:prstGeom prst="rect">
              <a:avLst/>
            </a:prstGeom>
            <a:noFill/>
            <a:ln>
              <a:noFill/>
            </a:ln>
          </p:spPr>
          <p:txBody>
            <a:bodyPr spcFirstLastPara="1" wrap="square" lIns="33867" tIns="33867" rIns="33867" bIns="33867" anchor="ctr" anchorCtr="0">
              <a:noAutofit/>
            </a:bodyPr>
            <a:lstStyle/>
            <a:p>
              <a:pPr algn="ctr">
                <a:lnSpc>
                  <a:spcPct val="186611"/>
                </a:lnSpc>
              </a:pPr>
              <a:endParaRPr sz="1200">
                <a:solidFill>
                  <a:schemeClr val="dk1"/>
                </a:solidFill>
                <a:latin typeface="Calibri"/>
                <a:ea typeface="Calibri"/>
                <a:cs typeface="Calibri"/>
                <a:sym typeface="Calibri"/>
              </a:endParaRPr>
            </a:p>
          </p:txBody>
        </p:sp>
      </p:grpSp>
      <p:cxnSp>
        <p:nvCxnSpPr>
          <p:cNvPr id="206" name="Google Shape;206;p20"/>
          <p:cNvCxnSpPr>
            <a:cxnSpLocks/>
          </p:cNvCxnSpPr>
          <p:nvPr/>
        </p:nvCxnSpPr>
        <p:spPr>
          <a:xfrm>
            <a:off x="1331762" y="3631028"/>
            <a:ext cx="9141397" cy="4125"/>
          </a:xfrm>
          <a:prstGeom prst="straightConnector1">
            <a:avLst/>
          </a:prstGeom>
          <a:noFill/>
          <a:ln w="47625" cap="flat" cmpd="sng">
            <a:solidFill>
              <a:srgbClr val="71CBEF"/>
            </a:solidFill>
            <a:prstDash val="solid"/>
            <a:round/>
            <a:headEnd type="none" w="sm" len="sm"/>
            <a:tailEnd type="none" w="sm" len="sm"/>
          </a:ln>
        </p:spPr>
      </p:cxnSp>
      <p:sp>
        <p:nvSpPr>
          <p:cNvPr id="207" name="Google Shape;207;p20"/>
          <p:cNvSpPr/>
          <p:nvPr/>
        </p:nvSpPr>
        <p:spPr>
          <a:xfrm>
            <a:off x="1817472" y="2975380"/>
            <a:ext cx="1279546" cy="1279546"/>
          </a:xfrm>
          <a:custGeom>
            <a:avLst/>
            <a:gdLst/>
            <a:ahLst/>
            <a:cxnLst/>
            <a:rect l="l" t="t" r="r" b="b"/>
            <a:pathLst>
              <a:path w="6350000" h="6350000" extrusionOk="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1CBEF"/>
          </a:solidFill>
          <a:ln>
            <a:noFill/>
          </a:ln>
        </p:spPr>
        <p:txBody>
          <a:bodyPr spcFirstLastPara="1" wrap="square" lIns="60950" tIns="60950" rIns="60950" bIns="60950" anchor="ctr" anchorCtr="0">
            <a:noAutofit/>
          </a:bodyPr>
          <a:lstStyle/>
          <a:p>
            <a:endParaRPr sz="1200">
              <a:solidFill>
                <a:srgbClr val="71CBEF"/>
              </a:solidFill>
            </a:endParaRPr>
          </a:p>
        </p:txBody>
      </p:sp>
      <p:sp>
        <p:nvSpPr>
          <p:cNvPr id="208" name="Google Shape;208;p20"/>
          <p:cNvSpPr/>
          <p:nvPr/>
        </p:nvSpPr>
        <p:spPr>
          <a:xfrm>
            <a:off x="4104394" y="2975380"/>
            <a:ext cx="1279546" cy="1279546"/>
          </a:xfrm>
          <a:custGeom>
            <a:avLst/>
            <a:gdLst/>
            <a:ahLst/>
            <a:cxnLst/>
            <a:rect l="l" t="t" r="r" b="b"/>
            <a:pathLst>
              <a:path w="6350000" h="6350000" extrusionOk="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1CBEF"/>
          </a:solidFill>
          <a:ln>
            <a:noFill/>
          </a:ln>
        </p:spPr>
        <p:txBody>
          <a:bodyPr spcFirstLastPara="1" wrap="square" lIns="60950" tIns="60950" rIns="60950" bIns="60950" anchor="ctr" anchorCtr="0">
            <a:noAutofit/>
          </a:bodyPr>
          <a:lstStyle/>
          <a:p>
            <a:endParaRPr sz="1200"/>
          </a:p>
        </p:txBody>
      </p:sp>
      <p:sp>
        <p:nvSpPr>
          <p:cNvPr id="209" name="Google Shape;209;p20"/>
          <p:cNvSpPr/>
          <p:nvPr/>
        </p:nvSpPr>
        <p:spPr>
          <a:xfrm>
            <a:off x="6391317" y="2975380"/>
            <a:ext cx="1279546" cy="1279546"/>
          </a:xfrm>
          <a:custGeom>
            <a:avLst/>
            <a:gdLst/>
            <a:ahLst/>
            <a:cxnLst/>
            <a:rect l="l" t="t" r="r" b="b"/>
            <a:pathLst>
              <a:path w="6350000" h="6350000" extrusionOk="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1CBEF"/>
          </a:solidFill>
          <a:ln>
            <a:noFill/>
          </a:ln>
        </p:spPr>
        <p:txBody>
          <a:bodyPr spcFirstLastPara="1" wrap="square" lIns="60950" tIns="60950" rIns="60950" bIns="60950" anchor="ctr" anchorCtr="0">
            <a:noAutofit/>
          </a:bodyPr>
          <a:lstStyle/>
          <a:p>
            <a:endParaRPr sz="1200"/>
          </a:p>
        </p:txBody>
      </p:sp>
      <p:sp>
        <p:nvSpPr>
          <p:cNvPr id="210" name="Google Shape;210;p20"/>
          <p:cNvSpPr/>
          <p:nvPr/>
        </p:nvSpPr>
        <p:spPr>
          <a:xfrm>
            <a:off x="8678240" y="2975380"/>
            <a:ext cx="1279546" cy="1279546"/>
          </a:xfrm>
          <a:custGeom>
            <a:avLst/>
            <a:gdLst/>
            <a:ahLst/>
            <a:cxnLst/>
            <a:rect l="l" t="t" r="r" b="b"/>
            <a:pathLst>
              <a:path w="6350000" h="6350000" extrusionOk="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1CBEF"/>
          </a:solidFill>
          <a:ln>
            <a:noFill/>
          </a:ln>
        </p:spPr>
        <p:txBody>
          <a:bodyPr spcFirstLastPara="1" wrap="square" lIns="60950" tIns="60950" rIns="60950" bIns="60950" anchor="ctr" anchorCtr="0">
            <a:noAutofit/>
          </a:bodyPr>
          <a:lstStyle/>
          <a:p>
            <a:endParaRPr sz="1200" dirty="0"/>
          </a:p>
        </p:txBody>
      </p:sp>
      <p:sp>
        <p:nvSpPr>
          <p:cNvPr id="211" name="Google Shape;211;p20"/>
          <p:cNvSpPr txBox="1"/>
          <p:nvPr/>
        </p:nvSpPr>
        <p:spPr>
          <a:xfrm>
            <a:off x="499355" y="985702"/>
            <a:ext cx="10820400" cy="1034129"/>
          </a:xfrm>
          <a:prstGeom prst="rect">
            <a:avLst/>
          </a:prstGeom>
          <a:noFill/>
          <a:ln>
            <a:noFill/>
          </a:ln>
        </p:spPr>
        <p:txBody>
          <a:bodyPr spcFirstLastPara="1" wrap="square" lIns="0" tIns="0" rIns="0" bIns="0" anchor="t" anchorCtr="0">
            <a:spAutoFit/>
          </a:bodyPr>
          <a:lstStyle/>
          <a:p>
            <a:pPr algn="ctr">
              <a:lnSpc>
                <a:spcPct val="120000"/>
              </a:lnSpc>
            </a:pPr>
            <a:r>
              <a:rPr lang="en-US" sz="5600" b="1" dirty="0">
                <a:solidFill>
                  <a:schemeClr val="tx2"/>
                </a:solidFill>
                <a:latin typeface="Archivo Black"/>
                <a:ea typeface="Archivo Black"/>
                <a:cs typeface="Archivo Black"/>
                <a:sym typeface="Archivo Black"/>
              </a:rPr>
              <a:t>Internet</a:t>
            </a:r>
            <a:endParaRPr lang="en-US" sz="1200" b="1" dirty="0">
              <a:solidFill>
                <a:schemeClr val="tx2"/>
              </a:solidFill>
            </a:endParaRPr>
          </a:p>
        </p:txBody>
      </p:sp>
      <p:grpSp>
        <p:nvGrpSpPr>
          <p:cNvPr id="212" name="Google Shape;212;p20"/>
          <p:cNvGrpSpPr/>
          <p:nvPr/>
        </p:nvGrpSpPr>
        <p:grpSpPr>
          <a:xfrm>
            <a:off x="1601171" y="4532544"/>
            <a:ext cx="1884321" cy="1087690"/>
            <a:chOff x="0" y="9525"/>
            <a:chExt cx="3768642" cy="2175380"/>
          </a:xfrm>
        </p:grpSpPr>
        <p:sp>
          <p:nvSpPr>
            <p:cNvPr id="213" name="Google Shape;213;p20"/>
            <p:cNvSpPr txBox="1"/>
            <p:nvPr/>
          </p:nvSpPr>
          <p:spPr>
            <a:xfrm>
              <a:off x="0" y="9525"/>
              <a:ext cx="3768642" cy="646588"/>
            </a:xfrm>
            <a:prstGeom prst="rect">
              <a:avLst/>
            </a:prstGeom>
            <a:noFill/>
            <a:ln>
              <a:noFill/>
            </a:ln>
          </p:spPr>
          <p:txBody>
            <a:bodyPr spcFirstLastPara="1" wrap="square" lIns="0" tIns="0" rIns="0" bIns="0" anchor="t" anchorCtr="0">
              <a:spAutoFit/>
            </a:bodyPr>
            <a:lstStyle/>
            <a:p>
              <a:pPr algn="ctr">
                <a:lnSpc>
                  <a:spcPct val="119984"/>
                </a:lnSpc>
              </a:pPr>
              <a:r>
                <a:rPr lang="en-US" sz="1751" b="1" dirty="0">
                  <a:solidFill>
                    <a:schemeClr val="tx2"/>
                  </a:solidFill>
                  <a:latin typeface="Arial"/>
                  <a:ea typeface="Arial"/>
                  <a:cs typeface="Arial"/>
                  <a:sym typeface="Arial"/>
                </a:rPr>
                <a:t>ARPANET</a:t>
              </a:r>
              <a:endParaRPr sz="1200" b="1" dirty="0">
                <a:solidFill>
                  <a:schemeClr val="tx2"/>
                </a:solidFill>
              </a:endParaRPr>
            </a:p>
          </p:txBody>
        </p:sp>
        <p:sp>
          <p:nvSpPr>
            <p:cNvPr id="214" name="Google Shape;214;p20"/>
            <p:cNvSpPr txBox="1"/>
            <p:nvPr/>
          </p:nvSpPr>
          <p:spPr>
            <a:xfrm>
              <a:off x="0" y="633711"/>
              <a:ext cx="3608450" cy="1551194"/>
            </a:xfrm>
            <a:prstGeom prst="rect">
              <a:avLst/>
            </a:prstGeom>
            <a:noFill/>
            <a:ln>
              <a:noFill/>
            </a:ln>
          </p:spPr>
          <p:txBody>
            <a:bodyPr spcFirstLastPara="1" wrap="square" lIns="0" tIns="0" rIns="0" bIns="0" anchor="t" anchorCtr="0">
              <a:spAutoFit/>
            </a:bodyPr>
            <a:lstStyle/>
            <a:p>
              <a:pPr algn="ctr" rtl="1">
                <a:lnSpc>
                  <a:spcPct val="140119"/>
                </a:lnSpc>
              </a:pPr>
              <a:r>
                <a:rPr lang="fa-IR" sz="1200" b="1" dirty="0">
                  <a:solidFill>
                    <a:schemeClr val="bg1"/>
                  </a:solidFill>
                  <a:cs typeface="B Titr" panose="00000700000000000000" pitchFamily="2" charset="-78"/>
                </a:rPr>
                <a:t>۱۹۶۹:</a:t>
              </a:r>
              <a:r>
                <a:rPr lang="fa-IR" sz="1200" dirty="0">
                  <a:solidFill>
                    <a:schemeClr val="bg1"/>
                  </a:solidFill>
                  <a:cs typeface="B Titr" panose="00000700000000000000" pitchFamily="2" charset="-78"/>
                </a:rPr>
                <a:t> راه‌اندازی آرپانت </a:t>
              </a:r>
              <a:r>
                <a:rPr lang="en-US" sz="1200" b="1" dirty="0">
                  <a:solidFill>
                    <a:schemeClr val="bg1"/>
                  </a:solidFill>
                  <a:cs typeface="B Titr" panose="00000700000000000000" pitchFamily="2" charset="-78"/>
                </a:rPr>
                <a:t>ARPANET</a:t>
              </a:r>
              <a:r>
                <a:rPr lang="fa-IR" sz="1200" dirty="0">
                  <a:solidFill>
                    <a:schemeClr val="bg1"/>
                  </a:solidFill>
                  <a:cs typeface="B Titr" panose="00000700000000000000" pitchFamily="2" charset="-78"/>
                </a:rPr>
                <a:t> </a:t>
              </a:r>
              <a:r>
                <a:rPr lang="en-US" sz="1200" dirty="0">
                  <a:solidFill>
                    <a:schemeClr val="bg1"/>
                  </a:solidFill>
                  <a:cs typeface="B Titr" panose="00000700000000000000" pitchFamily="2" charset="-78"/>
                </a:rPr>
                <a:t>، </a:t>
              </a:r>
              <a:r>
                <a:rPr lang="fa-IR" sz="1200" dirty="0">
                  <a:solidFill>
                    <a:schemeClr val="bg1"/>
                  </a:solidFill>
                  <a:cs typeface="B Titr" panose="00000700000000000000" pitchFamily="2" charset="-78"/>
                </a:rPr>
                <a:t>یکی از پایه‌های شکل‌گیری اینترنت.</a:t>
              </a:r>
              <a:endParaRPr sz="1200" dirty="0">
                <a:solidFill>
                  <a:schemeClr val="bg1"/>
                </a:solidFill>
                <a:cs typeface="B Titr" panose="00000700000000000000" pitchFamily="2" charset="-78"/>
              </a:endParaRPr>
            </a:p>
          </p:txBody>
        </p:sp>
      </p:grpSp>
      <p:grpSp>
        <p:nvGrpSpPr>
          <p:cNvPr id="215" name="Google Shape;215;p20"/>
          <p:cNvGrpSpPr/>
          <p:nvPr/>
        </p:nvGrpSpPr>
        <p:grpSpPr>
          <a:xfrm>
            <a:off x="3802006" y="4522981"/>
            <a:ext cx="1884321" cy="1087690"/>
            <a:chOff x="0" y="9525"/>
            <a:chExt cx="3768642" cy="2175380"/>
          </a:xfrm>
        </p:grpSpPr>
        <p:sp>
          <p:nvSpPr>
            <p:cNvPr id="216" name="Google Shape;216;p20"/>
            <p:cNvSpPr txBox="1"/>
            <p:nvPr/>
          </p:nvSpPr>
          <p:spPr>
            <a:xfrm>
              <a:off x="0" y="9525"/>
              <a:ext cx="3768642" cy="646588"/>
            </a:xfrm>
            <a:prstGeom prst="rect">
              <a:avLst/>
            </a:prstGeom>
            <a:noFill/>
            <a:ln>
              <a:noFill/>
            </a:ln>
          </p:spPr>
          <p:txBody>
            <a:bodyPr spcFirstLastPara="1" wrap="square" lIns="0" tIns="0" rIns="0" bIns="0" anchor="t" anchorCtr="0">
              <a:spAutoFit/>
            </a:bodyPr>
            <a:lstStyle/>
            <a:p>
              <a:pPr algn="ctr">
                <a:lnSpc>
                  <a:spcPct val="119984"/>
                </a:lnSpc>
              </a:pPr>
              <a:r>
                <a:rPr lang="en-US" sz="1751" b="1" dirty="0">
                  <a:solidFill>
                    <a:schemeClr val="tx2"/>
                  </a:solidFill>
                  <a:latin typeface="Arial"/>
                  <a:ea typeface="Arial"/>
                  <a:cs typeface="Arial"/>
                  <a:sym typeface="Arial"/>
                </a:rPr>
                <a:t>TCP/IP</a:t>
              </a:r>
              <a:endParaRPr sz="1200" b="1" dirty="0">
                <a:solidFill>
                  <a:schemeClr val="tx2"/>
                </a:solidFill>
              </a:endParaRPr>
            </a:p>
          </p:txBody>
        </p:sp>
        <p:sp>
          <p:nvSpPr>
            <p:cNvPr id="217" name="Google Shape;217;p20"/>
            <p:cNvSpPr txBox="1"/>
            <p:nvPr/>
          </p:nvSpPr>
          <p:spPr>
            <a:xfrm>
              <a:off x="0" y="633711"/>
              <a:ext cx="3608450" cy="1551194"/>
            </a:xfrm>
            <a:prstGeom prst="rect">
              <a:avLst/>
            </a:prstGeom>
            <a:noFill/>
            <a:ln>
              <a:noFill/>
            </a:ln>
          </p:spPr>
          <p:txBody>
            <a:bodyPr spcFirstLastPara="1" wrap="square" lIns="0" tIns="0" rIns="0" bIns="0" anchor="t" anchorCtr="0">
              <a:spAutoFit/>
            </a:bodyPr>
            <a:lstStyle/>
            <a:p>
              <a:pPr algn="ctr" rtl="1">
                <a:lnSpc>
                  <a:spcPct val="140119"/>
                </a:lnSpc>
              </a:pPr>
              <a:r>
                <a:rPr lang="fa-IR" sz="1200" dirty="0">
                  <a:solidFill>
                    <a:schemeClr val="bg1"/>
                  </a:solidFill>
                  <a:cs typeface="B Titr" panose="00000700000000000000" pitchFamily="2" charset="-78"/>
                </a:rPr>
                <a:t>1977:آزمایش ارتباط میان شبکه‌های مستقل با استفاده از </a:t>
              </a:r>
              <a:r>
                <a:rPr lang="en-US" sz="1200" b="1" dirty="0">
                  <a:solidFill>
                    <a:schemeClr val="bg1"/>
                  </a:solidFill>
                  <a:cs typeface="B Titr" panose="00000700000000000000" pitchFamily="2" charset="-78"/>
                </a:rPr>
                <a:t>TCP/IP</a:t>
              </a:r>
              <a:r>
                <a:rPr lang="fa-IR" sz="1200" dirty="0">
                  <a:solidFill>
                    <a:schemeClr val="bg1"/>
                  </a:solidFill>
                  <a:cs typeface="B Titr" panose="00000700000000000000" pitchFamily="2" charset="-78"/>
                </a:rPr>
                <a:t>.</a:t>
              </a:r>
              <a:endParaRPr sz="1200" dirty="0">
                <a:solidFill>
                  <a:schemeClr val="bg1"/>
                </a:solidFill>
                <a:cs typeface="B Titr" panose="00000700000000000000" pitchFamily="2" charset="-78"/>
              </a:endParaRPr>
            </a:p>
          </p:txBody>
        </p:sp>
      </p:grpSp>
      <p:grpSp>
        <p:nvGrpSpPr>
          <p:cNvPr id="218" name="Google Shape;218;p20"/>
          <p:cNvGrpSpPr/>
          <p:nvPr/>
        </p:nvGrpSpPr>
        <p:grpSpPr>
          <a:xfrm>
            <a:off x="6204252" y="4532544"/>
            <a:ext cx="1884321" cy="1435883"/>
            <a:chOff x="0" y="9525"/>
            <a:chExt cx="3768642" cy="2871768"/>
          </a:xfrm>
        </p:grpSpPr>
        <p:sp>
          <p:nvSpPr>
            <p:cNvPr id="219" name="Google Shape;219;p20"/>
            <p:cNvSpPr txBox="1"/>
            <p:nvPr/>
          </p:nvSpPr>
          <p:spPr>
            <a:xfrm>
              <a:off x="0" y="9525"/>
              <a:ext cx="3768642" cy="1293175"/>
            </a:xfrm>
            <a:prstGeom prst="rect">
              <a:avLst/>
            </a:prstGeom>
            <a:noFill/>
            <a:ln>
              <a:noFill/>
            </a:ln>
          </p:spPr>
          <p:txBody>
            <a:bodyPr spcFirstLastPara="1" wrap="square" lIns="0" tIns="0" rIns="0" bIns="0" anchor="t" anchorCtr="0">
              <a:spAutoFit/>
            </a:bodyPr>
            <a:lstStyle/>
            <a:p>
              <a:pPr algn="ctr" rtl="1">
                <a:lnSpc>
                  <a:spcPct val="119984"/>
                </a:lnSpc>
              </a:pPr>
              <a:r>
                <a:rPr lang="fa-IR" sz="1751" dirty="0">
                  <a:solidFill>
                    <a:schemeClr val="tx2"/>
                  </a:solidFill>
                  <a:latin typeface="Arial"/>
                  <a:ea typeface="Arial"/>
                  <a:cs typeface="B Titr" panose="00000700000000000000" pitchFamily="2" charset="-78"/>
                  <a:sym typeface="Arial"/>
                </a:rPr>
                <a:t>مهاجرت </a:t>
              </a:r>
              <a:r>
                <a:rPr lang="en-US" sz="1751" b="1" dirty="0">
                  <a:solidFill>
                    <a:schemeClr val="tx2"/>
                  </a:solidFill>
                  <a:latin typeface="Arial"/>
                  <a:ea typeface="Arial"/>
                  <a:cs typeface="B Titr" panose="00000700000000000000" pitchFamily="2" charset="-78"/>
                  <a:sym typeface="Arial"/>
                </a:rPr>
                <a:t>ARPA</a:t>
              </a:r>
              <a:r>
                <a:rPr lang="fa-IR" sz="1751" dirty="0">
                  <a:solidFill>
                    <a:schemeClr val="tx2"/>
                  </a:solidFill>
                  <a:latin typeface="Arial"/>
                  <a:ea typeface="Arial"/>
                  <a:cs typeface="B Titr" panose="00000700000000000000" pitchFamily="2" charset="-78"/>
                  <a:sym typeface="Arial"/>
                </a:rPr>
                <a:t> به </a:t>
              </a:r>
              <a:r>
                <a:rPr lang="en-US" sz="1751" b="1" dirty="0">
                  <a:solidFill>
                    <a:schemeClr val="tx2"/>
                  </a:solidFill>
                  <a:latin typeface="Arial"/>
                  <a:ea typeface="Arial"/>
                  <a:cs typeface="B Titr" panose="00000700000000000000" pitchFamily="2" charset="-78"/>
                  <a:sym typeface="Arial"/>
                </a:rPr>
                <a:t>TCP/IP</a:t>
              </a:r>
              <a:endParaRPr lang="en-US" sz="1200" b="1" dirty="0">
                <a:solidFill>
                  <a:schemeClr val="tx2"/>
                </a:solidFill>
                <a:cs typeface="B Titr" panose="00000700000000000000" pitchFamily="2" charset="-78"/>
              </a:endParaRPr>
            </a:p>
          </p:txBody>
        </p:sp>
        <p:sp>
          <p:nvSpPr>
            <p:cNvPr id="220" name="Google Shape;220;p20"/>
            <p:cNvSpPr txBox="1"/>
            <p:nvPr/>
          </p:nvSpPr>
          <p:spPr>
            <a:xfrm>
              <a:off x="80094" y="1330098"/>
              <a:ext cx="3608450" cy="1551195"/>
            </a:xfrm>
            <a:prstGeom prst="rect">
              <a:avLst/>
            </a:prstGeom>
            <a:noFill/>
            <a:ln>
              <a:noFill/>
            </a:ln>
          </p:spPr>
          <p:txBody>
            <a:bodyPr spcFirstLastPara="1" wrap="square" lIns="0" tIns="0" rIns="0" bIns="0" anchor="t" anchorCtr="0">
              <a:spAutoFit/>
            </a:bodyPr>
            <a:lstStyle/>
            <a:p>
              <a:pPr algn="ctr" rtl="1">
                <a:lnSpc>
                  <a:spcPct val="140119"/>
                </a:lnSpc>
              </a:pPr>
              <a:r>
                <a:rPr lang="fa-IR" sz="1200" b="1" dirty="0">
                  <a:solidFill>
                    <a:schemeClr val="bg1"/>
                  </a:solidFill>
                  <a:cs typeface="B Titr" panose="00000700000000000000" pitchFamily="2" charset="-78"/>
                </a:rPr>
                <a:t>۱۹۸۳:</a:t>
              </a:r>
              <a:r>
                <a:rPr lang="fa-IR" sz="1200" dirty="0">
                  <a:solidFill>
                    <a:schemeClr val="bg1"/>
                  </a:solidFill>
                  <a:cs typeface="B Titr" panose="00000700000000000000" pitchFamily="2" charset="-78"/>
                </a:rPr>
                <a:t> مهاجرت آرپانت به پروتکل‌های </a:t>
              </a:r>
              <a:r>
                <a:rPr lang="en-US" sz="1200" b="1" dirty="0">
                  <a:solidFill>
                    <a:schemeClr val="bg1"/>
                  </a:solidFill>
                  <a:cs typeface="B Titr" panose="00000700000000000000" pitchFamily="2" charset="-78"/>
                </a:rPr>
                <a:t>TCP/IP</a:t>
              </a:r>
              <a:r>
                <a:rPr lang="en-US" sz="1200" dirty="0">
                  <a:solidFill>
                    <a:schemeClr val="bg1"/>
                  </a:solidFill>
                  <a:cs typeface="B Titr" panose="00000700000000000000" pitchFamily="2" charset="-78"/>
                </a:rPr>
                <a:t>؛ </a:t>
              </a:r>
              <a:r>
                <a:rPr lang="fa-IR" sz="1200" dirty="0">
                  <a:solidFill>
                    <a:schemeClr val="bg1"/>
                  </a:solidFill>
                  <a:cs typeface="B Titr" panose="00000700000000000000" pitchFamily="2" charset="-78"/>
                </a:rPr>
                <a:t>نقطه عطف شکل‌گیری اینترنت امروزی.</a:t>
              </a:r>
              <a:endParaRPr sz="1200" dirty="0">
                <a:solidFill>
                  <a:schemeClr val="bg1"/>
                </a:solidFill>
                <a:cs typeface="B Titr" panose="00000700000000000000" pitchFamily="2" charset="-78"/>
              </a:endParaRPr>
            </a:p>
          </p:txBody>
        </p:sp>
      </p:grpSp>
      <p:grpSp>
        <p:nvGrpSpPr>
          <p:cNvPr id="221" name="Google Shape;221;p20"/>
          <p:cNvGrpSpPr/>
          <p:nvPr/>
        </p:nvGrpSpPr>
        <p:grpSpPr>
          <a:xfrm>
            <a:off x="8505793" y="4532544"/>
            <a:ext cx="1884321" cy="1346222"/>
            <a:chOff x="0" y="9525"/>
            <a:chExt cx="3768642" cy="2692444"/>
          </a:xfrm>
        </p:grpSpPr>
        <p:sp>
          <p:nvSpPr>
            <p:cNvPr id="222" name="Google Shape;222;p20"/>
            <p:cNvSpPr txBox="1"/>
            <p:nvPr/>
          </p:nvSpPr>
          <p:spPr>
            <a:xfrm>
              <a:off x="0" y="9525"/>
              <a:ext cx="3768642" cy="646588"/>
            </a:xfrm>
            <a:prstGeom prst="rect">
              <a:avLst/>
            </a:prstGeom>
            <a:noFill/>
            <a:ln>
              <a:noFill/>
            </a:ln>
          </p:spPr>
          <p:txBody>
            <a:bodyPr spcFirstLastPara="1" wrap="square" lIns="0" tIns="0" rIns="0" bIns="0" anchor="t" anchorCtr="0">
              <a:spAutoFit/>
            </a:bodyPr>
            <a:lstStyle/>
            <a:p>
              <a:pPr algn="ctr" rtl="1">
                <a:lnSpc>
                  <a:spcPct val="119984"/>
                </a:lnSpc>
              </a:pPr>
              <a:r>
                <a:rPr lang="fa-IR" sz="1751" dirty="0">
                  <a:solidFill>
                    <a:schemeClr val="tx2"/>
                  </a:solidFill>
                  <a:latin typeface="Arial"/>
                  <a:ea typeface="Arial"/>
                  <a:cs typeface="B Titr" panose="00000700000000000000" pitchFamily="2" charset="-78"/>
                  <a:sym typeface="Arial"/>
                </a:rPr>
                <a:t>مدل </a:t>
              </a:r>
              <a:r>
                <a:rPr lang="en-US" sz="1751" dirty="0">
                  <a:solidFill>
                    <a:schemeClr val="tx2"/>
                  </a:solidFill>
                  <a:latin typeface="Arial"/>
                  <a:ea typeface="Arial"/>
                  <a:cs typeface="B Titr" panose="00000700000000000000" pitchFamily="2" charset="-78"/>
                  <a:sym typeface="Arial"/>
                </a:rPr>
                <a:t> </a:t>
              </a:r>
              <a:r>
                <a:rPr lang="en-US" sz="1751" b="1" dirty="0">
                  <a:solidFill>
                    <a:schemeClr val="tx2"/>
                  </a:solidFill>
                  <a:latin typeface="Arial"/>
                  <a:ea typeface="Arial"/>
                  <a:cs typeface="B Titr" panose="00000700000000000000" pitchFamily="2" charset="-78"/>
                  <a:sym typeface="Arial"/>
                </a:rPr>
                <a:t>OSI</a:t>
              </a:r>
              <a:endParaRPr sz="1200" b="1" dirty="0">
                <a:solidFill>
                  <a:schemeClr val="tx2"/>
                </a:solidFill>
                <a:cs typeface="B Titr" panose="00000700000000000000" pitchFamily="2" charset="-78"/>
              </a:endParaRPr>
            </a:p>
          </p:txBody>
        </p:sp>
        <p:sp>
          <p:nvSpPr>
            <p:cNvPr id="223" name="Google Shape;223;p20"/>
            <p:cNvSpPr txBox="1"/>
            <p:nvPr/>
          </p:nvSpPr>
          <p:spPr>
            <a:xfrm>
              <a:off x="0" y="633711"/>
              <a:ext cx="3608450" cy="2068258"/>
            </a:xfrm>
            <a:prstGeom prst="rect">
              <a:avLst/>
            </a:prstGeom>
            <a:noFill/>
            <a:ln>
              <a:noFill/>
            </a:ln>
          </p:spPr>
          <p:txBody>
            <a:bodyPr spcFirstLastPara="1" wrap="square" lIns="0" tIns="0" rIns="0" bIns="0" anchor="t" anchorCtr="0">
              <a:spAutoFit/>
            </a:bodyPr>
            <a:lstStyle/>
            <a:p>
              <a:pPr algn="ctr" rtl="1">
                <a:lnSpc>
                  <a:spcPct val="140119"/>
                </a:lnSpc>
              </a:pPr>
              <a:r>
                <a:rPr lang="fa-IR" sz="1200" b="1" dirty="0">
                  <a:solidFill>
                    <a:schemeClr val="bg1"/>
                  </a:solidFill>
                  <a:cs typeface="B Titr" panose="00000700000000000000" pitchFamily="2" charset="-78"/>
                </a:rPr>
                <a:t>۱۹۸۴:</a:t>
              </a:r>
              <a:r>
                <a:rPr lang="fa-IR" sz="1200" dirty="0">
                  <a:solidFill>
                    <a:schemeClr val="bg1"/>
                  </a:solidFill>
                  <a:cs typeface="B Titr" panose="00000700000000000000" pitchFamily="2" charset="-78"/>
                </a:rPr>
                <a:t> انتشار استاندارد مدل مرجع اتصال متقابل سامانه‌های باز </a:t>
              </a:r>
              <a:r>
                <a:rPr lang="en-US" sz="1200" dirty="0">
                  <a:solidFill>
                    <a:schemeClr val="bg1"/>
                  </a:solidFill>
                  <a:cs typeface="B Titr" panose="00000700000000000000" pitchFamily="2" charset="-78"/>
                </a:rPr>
                <a:t>(</a:t>
              </a:r>
              <a:r>
                <a:rPr lang="en-US" sz="1200" b="1" dirty="0">
                  <a:solidFill>
                    <a:schemeClr val="bg1"/>
                  </a:solidFill>
                  <a:cs typeface="B Titr" panose="00000700000000000000" pitchFamily="2" charset="-78"/>
                </a:rPr>
                <a:t>OSI</a:t>
              </a:r>
              <a:r>
                <a:rPr lang="en-US" sz="1200" dirty="0">
                  <a:solidFill>
                    <a:schemeClr val="bg1"/>
                  </a:solidFill>
                  <a:cs typeface="B Titr" panose="00000700000000000000" pitchFamily="2" charset="-78"/>
                </a:rPr>
                <a:t>) </a:t>
              </a:r>
              <a:r>
                <a:rPr lang="fa-IR" sz="1200" dirty="0">
                  <a:solidFill>
                    <a:schemeClr val="bg1"/>
                  </a:solidFill>
                  <a:cs typeface="B Titr" panose="00000700000000000000" pitchFamily="2" charset="-78"/>
                </a:rPr>
                <a:t>توسط سازمان بین‌المللی استانداردسازی </a:t>
              </a:r>
              <a:r>
                <a:rPr lang="en-US" sz="1200" dirty="0">
                  <a:solidFill>
                    <a:schemeClr val="bg1"/>
                  </a:solidFill>
                  <a:cs typeface="B Titr" panose="00000700000000000000" pitchFamily="2" charset="-78"/>
                </a:rPr>
                <a:t>(</a:t>
              </a:r>
              <a:r>
                <a:rPr lang="en-US" sz="1200" b="1" dirty="0">
                  <a:solidFill>
                    <a:schemeClr val="bg1"/>
                  </a:solidFill>
                  <a:cs typeface="B Titr" panose="00000700000000000000" pitchFamily="2" charset="-78"/>
                </a:rPr>
                <a:t>ISO</a:t>
              </a:r>
              <a:r>
                <a:rPr lang="en-US" sz="1200" dirty="0">
                  <a:solidFill>
                    <a:schemeClr val="bg1"/>
                  </a:solidFill>
                  <a:cs typeface="B Titr" panose="00000700000000000000" pitchFamily="2" charset="-78"/>
                </a:rPr>
                <a:t>).</a:t>
              </a:r>
              <a:endParaRPr sz="1200" dirty="0">
                <a:solidFill>
                  <a:schemeClr val="bg1"/>
                </a:solidFill>
                <a:cs typeface="B Titr" panose="00000700000000000000" pitchFamily="2" charset="-78"/>
              </a:endParaRPr>
            </a:p>
          </p:txBody>
        </p:sp>
      </p:grpSp>
      <p:pic>
        <p:nvPicPr>
          <p:cNvPr id="225" name="Google Shape;225;p20"/>
          <p:cNvPicPr preferRelativeResize="0"/>
          <p:nvPr/>
        </p:nvPicPr>
        <p:blipFill rotWithShape="1">
          <a:blip r:embed="rId3">
            <a:alphaModFix/>
          </a:blip>
          <a:srcRect l="34550" t="44175" r="56044" b="40098"/>
          <a:stretch/>
        </p:blipFill>
        <p:spPr>
          <a:xfrm>
            <a:off x="4237207" y="3075900"/>
            <a:ext cx="1146733" cy="1078516"/>
          </a:xfrm>
          <a:prstGeom prst="rect">
            <a:avLst/>
          </a:prstGeom>
          <a:noFill/>
          <a:ln>
            <a:noFill/>
          </a:ln>
        </p:spPr>
      </p:pic>
      <p:pic>
        <p:nvPicPr>
          <p:cNvPr id="226" name="Google Shape;226;p20"/>
          <p:cNvPicPr preferRelativeResize="0"/>
          <p:nvPr/>
        </p:nvPicPr>
        <p:blipFill rotWithShape="1">
          <a:blip r:embed="rId3">
            <a:alphaModFix/>
          </a:blip>
          <a:srcRect l="53027" t="44175" r="37567" b="40098"/>
          <a:stretch/>
        </p:blipFill>
        <p:spPr>
          <a:xfrm>
            <a:off x="6473318" y="3075900"/>
            <a:ext cx="1146733" cy="1078516"/>
          </a:xfrm>
          <a:prstGeom prst="rect">
            <a:avLst/>
          </a:prstGeom>
          <a:noFill/>
          <a:ln>
            <a:noFill/>
          </a:ln>
        </p:spPr>
      </p:pic>
      <p:pic>
        <p:nvPicPr>
          <p:cNvPr id="227" name="Google Shape;227;p20"/>
          <p:cNvPicPr preferRelativeResize="0"/>
          <p:nvPr/>
        </p:nvPicPr>
        <p:blipFill rotWithShape="1">
          <a:blip r:embed="rId3">
            <a:alphaModFix/>
          </a:blip>
          <a:srcRect l="72163" t="44175" r="19261" b="40098"/>
          <a:stretch/>
        </p:blipFill>
        <p:spPr>
          <a:xfrm>
            <a:off x="8806449" y="3075900"/>
            <a:ext cx="1045583" cy="1078516"/>
          </a:xfrm>
          <a:prstGeom prst="rect">
            <a:avLst/>
          </a:prstGeom>
          <a:noFill/>
          <a:ln>
            <a:noFill/>
          </a:ln>
        </p:spPr>
      </p:pic>
      <p:pic>
        <p:nvPicPr>
          <p:cNvPr id="3" name="Picture 2">
            <a:extLst>
              <a:ext uri="{FF2B5EF4-FFF2-40B4-BE49-F238E27FC236}">
                <a16:creationId xmlns:a16="http://schemas.microsoft.com/office/drawing/2014/main" id="{506E420B-3145-4902-86EE-1769BB5A5B8E}"/>
              </a:ext>
            </a:extLst>
          </p:cNvPr>
          <p:cNvPicPr>
            <a:picLocks noChangeAspect="1"/>
          </p:cNvPicPr>
          <p:nvPr/>
        </p:nvPicPr>
        <p:blipFill>
          <a:blip r:embed="rId4">
            <a:duotone>
              <a:schemeClr val="accent5">
                <a:shade val="45000"/>
                <a:satMod val="135000"/>
              </a:schemeClr>
              <a:prstClr val="white"/>
            </a:duotone>
            <a:extLst>
              <a:ext uri="{BEBA8EAE-BF5A-486C-A8C5-ECC9F3942E4B}">
                <a14:imgProps xmlns:a14="http://schemas.microsoft.com/office/drawing/2010/main">
                  <a14:imgLayer r:embed="rId5">
                    <a14:imgEffect>
                      <a14:colorTemperature colorTemp="1500"/>
                    </a14:imgEffect>
                    <a14:imgEffect>
                      <a14:saturation sat="200000"/>
                    </a14:imgEffect>
                  </a14:imgLayer>
                </a14:imgProps>
              </a:ext>
            </a:extLst>
          </a:blip>
          <a:stretch>
            <a:fillRect/>
          </a:stretch>
        </p:blipFill>
        <p:spPr>
          <a:xfrm>
            <a:off x="2042880" y="3216182"/>
            <a:ext cx="828729" cy="828729"/>
          </a:xfrm>
          <a:prstGeom prst="rect">
            <a:avLst/>
          </a:prstGeom>
        </p:spPr>
      </p:pic>
      <p:pic>
        <p:nvPicPr>
          <p:cNvPr id="4" name="Picture 3">
            <a:extLst>
              <a:ext uri="{FF2B5EF4-FFF2-40B4-BE49-F238E27FC236}">
                <a16:creationId xmlns:a16="http://schemas.microsoft.com/office/drawing/2014/main" id="{F375F0FE-5BD4-4560-A8CF-EB127724E6E6}"/>
              </a:ext>
            </a:extLst>
          </p:cNvPr>
          <p:cNvPicPr>
            <a:picLocks noChangeAspect="1"/>
          </p:cNvPicPr>
          <p:nvPr/>
        </p:nvPicPr>
        <p:blipFill>
          <a:blip r:embed="rId6"/>
          <a:stretch>
            <a:fillRect/>
          </a:stretch>
        </p:blipFill>
        <p:spPr>
          <a:xfrm>
            <a:off x="1188583" y="1050684"/>
            <a:ext cx="1708593" cy="906600"/>
          </a:xfrm>
          <a:prstGeom prst="rect">
            <a:avLst/>
          </a:prstGeom>
        </p:spPr>
      </p:pic>
      <p:sp>
        <p:nvSpPr>
          <p:cNvPr id="28" name="TextBox 4">
            <a:extLst>
              <a:ext uri="{FF2B5EF4-FFF2-40B4-BE49-F238E27FC236}">
                <a16:creationId xmlns:a16="http://schemas.microsoft.com/office/drawing/2014/main" id="{7362C163-E547-4964-85C1-6626844C3422}"/>
              </a:ext>
            </a:extLst>
          </p:cNvPr>
          <p:cNvSpPr txBox="1"/>
          <p:nvPr/>
        </p:nvSpPr>
        <p:spPr>
          <a:xfrm>
            <a:off x="500342" y="6441358"/>
            <a:ext cx="2781300"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accent5"/>
                </a:solidFill>
              </a:rPr>
              <a:t>Presented by Pouya Tavakoli</a:t>
            </a:r>
          </a:p>
        </p:txBody>
      </p:sp>
      <p:sp>
        <p:nvSpPr>
          <p:cNvPr id="29" name="TextBox 28">
            <a:extLst>
              <a:ext uri="{FF2B5EF4-FFF2-40B4-BE49-F238E27FC236}">
                <a16:creationId xmlns:a16="http://schemas.microsoft.com/office/drawing/2014/main" id="{F43AA65D-1C72-46A5-948C-410459B3E02D}"/>
              </a:ext>
            </a:extLst>
          </p:cNvPr>
          <p:cNvSpPr txBox="1"/>
          <p:nvPr/>
        </p:nvSpPr>
        <p:spPr>
          <a:xfrm>
            <a:off x="10435347" y="6427086"/>
            <a:ext cx="1637489" cy="276999"/>
          </a:xfrm>
          <a:prstGeom prst="rect">
            <a:avLst/>
          </a:prstGeom>
          <a:noFill/>
        </p:spPr>
        <p:txBody>
          <a:bodyPr wrap="square">
            <a:spAutoFit/>
          </a:bodyPr>
          <a:lstStyle/>
          <a:p>
            <a:r>
              <a:rPr lang="en-US" sz="1200" dirty="0">
                <a:solidFill>
                  <a:schemeClr val="bg1"/>
                </a:solidFill>
              </a:rPr>
              <a:t>Book p.46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06"/>
                                        </p:tgtEl>
                                        <p:attrNameLst>
                                          <p:attrName>style.visibility</p:attrName>
                                        </p:attrNameLst>
                                      </p:cBhvr>
                                      <p:to>
                                        <p:strVal val="visible"/>
                                      </p:to>
                                    </p:set>
                                    <p:animEffect transition="in" filter="randombar(horizontal)">
                                      <p:cBhvr>
                                        <p:cTn id="7" dur="500"/>
                                        <p:tgtEl>
                                          <p:spTgt spid="206"/>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207"/>
                                        </p:tgtEl>
                                        <p:attrNameLst>
                                          <p:attrName>style.visibility</p:attrName>
                                        </p:attrNameLst>
                                      </p:cBhvr>
                                      <p:to>
                                        <p:strVal val="visible"/>
                                      </p:to>
                                    </p:set>
                                    <p:animEffect transition="in" filter="randombar(horizontal)">
                                      <p:cBhvr>
                                        <p:cTn id="10" dur="500"/>
                                        <p:tgtEl>
                                          <p:spTgt spid="207"/>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208"/>
                                        </p:tgtEl>
                                        <p:attrNameLst>
                                          <p:attrName>style.visibility</p:attrName>
                                        </p:attrNameLst>
                                      </p:cBhvr>
                                      <p:to>
                                        <p:strVal val="visible"/>
                                      </p:to>
                                    </p:set>
                                    <p:animEffect transition="in" filter="randombar(horizontal)">
                                      <p:cBhvr>
                                        <p:cTn id="13" dur="500"/>
                                        <p:tgtEl>
                                          <p:spTgt spid="208"/>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209"/>
                                        </p:tgtEl>
                                        <p:attrNameLst>
                                          <p:attrName>style.visibility</p:attrName>
                                        </p:attrNameLst>
                                      </p:cBhvr>
                                      <p:to>
                                        <p:strVal val="visible"/>
                                      </p:to>
                                    </p:set>
                                    <p:animEffect transition="in" filter="randombar(horizontal)">
                                      <p:cBhvr>
                                        <p:cTn id="16" dur="500"/>
                                        <p:tgtEl>
                                          <p:spTgt spid="209"/>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210"/>
                                        </p:tgtEl>
                                        <p:attrNameLst>
                                          <p:attrName>style.visibility</p:attrName>
                                        </p:attrNameLst>
                                      </p:cBhvr>
                                      <p:to>
                                        <p:strVal val="visible"/>
                                      </p:to>
                                    </p:set>
                                    <p:animEffect transition="in" filter="randombar(horizontal)">
                                      <p:cBhvr>
                                        <p:cTn id="19" dur="500"/>
                                        <p:tgtEl>
                                          <p:spTgt spid="210"/>
                                        </p:tgtEl>
                                      </p:cBhvr>
                                    </p:animEffect>
                                  </p:childTnLst>
                                </p:cTn>
                              </p:par>
                              <p:par>
                                <p:cTn id="20" presetID="14" presetClass="entr" presetSubtype="10" fill="hold" nodeType="withEffect">
                                  <p:stCondLst>
                                    <p:cond delay="0"/>
                                  </p:stCondLst>
                                  <p:childTnLst>
                                    <p:set>
                                      <p:cBhvr>
                                        <p:cTn id="21" dur="1" fill="hold">
                                          <p:stCondLst>
                                            <p:cond delay="0"/>
                                          </p:stCondLst>
                                        </p:cTn>
                                        <p:tgtEl>
                                          <p:spTgt spid="212"/>
                                        </p:tgtEl>
                                        <p:attrNameLst>
                                          <p:attrName>style.visibility</p:attrName>
                                        </p:attrNameLst>
                                      </p:cBhvr>
                                      <p:to>
                                        <p:strVal val="visible"/>
                                      </p:to>
                                    </p:set>
                                    <p:animEffect transition="in" filter="randombar(horizontal)">
                                      <p:cBhvr>
                                        <p:cTn id="22" dur="500"/>
                                        <p:tgtEl>
                                          <p:spTgt spid="212"/>
                                        </p:tgtEl>
                                      </p:cBhvr>
                                    </p:animEffect>
                                  </p:childTnLst>
                                </p:cTn>
                              </p:par>
                              <p:par>
                                <p:cTn id="23" presetID="14" presetClass="entr" presetSubtype="10" fill="hold" nodeType="withEffect">
                                  <p:stCondLst>
                                    <p:cond delay="0"/>
                                  </p:stCondLst>
                                  <p:childTnLst>
                                    <p:set>
                                      <p:cBhvr>
                                        <p:cTn id="24" dur="1" fill="hold">
                                          <p:stCondLst>
                                            <p:cond delay="0"/>
                                          </p:stCondLst>
                                        </p:cTn>
                                        <p:tgtEl>
                                          <p:spTgt spid="215"/>
                                        </p:tgtEl>
                                        <p:attrNameLst>
                                          <p:attrName>style.visibility</p:attrName>
                                        </p:attrNameLst>
                                      </p:cBhvr>
                                      <p:to>
                                        <p:strVal val="visible"/>
                                      </p:to>
                                    </p:set>
                                    <p:animEffect transition="in" filter="randombar(horizontal)">
                                      <p:cBhvr>
                                        <p:cTn id="25" dur="500"/>
                                        <p:tgtEl>
                                          <p:spTgt spid="215"/>
                                        </p:tgtEl>
                                      </p:cBhvr>
                                    </p:animEffect>
                                  </p:childTnLst>
                                </p:cTn>
                              </p:par>
                              <p:par>
                                <p:cTn id="26" presetID="14" presetClass="entr" presetSubtype="10" fill="hold" nodeType="withEffect">
                                  <p:stCondLst>
                                    <p:cond delay="0"/>
                                  </p:stCondLst>
                                  <p:childTnLst>
                                    <p:set>
                                      <p:cBhvr>
                                        <p:cTn id="27" dur="1" fill="hold">
                                          <p:stCondLst>
                                            <p:cond delay="0"/>
                                          </p:stCondLst>
                                        </p:cTn>
                                        <p:tgtEl>
                                          <p:spTgt spid="218"/>
                                        </p:tgtEl>
                                        <p:attrNameLst>
                                          <p:attrName>style.visibility</p:attrName>
                                        </p:attrNameLst>
                                      </p:cBhvr>
                                      <p:to>
                                        <p:strVal val="visible"/>
                                      </p:to>
                                    </p:set>
                                    <p:animEffect transition="in" filter="randombar(horizontal)">
                                      <p:cBhvr>
                                        <p:cTn id="28" dur="500"/>
                                        <p:tgtEl>
                                          <p:spTgt spid="218"/>
                                        </p:tgtEl>
                                      </p:cBhvr>
                                    </p:animEffect>
                                  </p:childTnLst>
                                </p:cTn>
                              </p:par>
                              <p:par>
                                <p:cTn id="29" presetID="14" presetClass="entr" presetSubtype="10" fill="hold" nodeType="withEffect">
                                  <p:stCondLst>
                                    <p:cond delay="0"/>
                                  </p:stCondLst>
                                  <p:childTnLst>
                                    <p:set>
                                      <p:cBhvr>
                                        <p:cTn id="30" dur="1" fill="hold">
                                          <p:stCondLst>
                                            <p:cond delay="0"/>
                                          </p:stCondLst>
                                        </p:cTn>
                                        <p:tgtEl>
                                          <p:spTgt spid="221"/>
                                        </p:tgtEl>
                                        <p:attrNameLst>
                                          <p:attrName>style.visibility</p:attrName>
                                        </p:attrNameLst>
                                      </p:cBhvr>
                                      <p:to>
                                        <p:strVal val="visible"/>
                                      </p:to>
                                    </p:set>
                                    <p:animEffect transition="in" filter="randombar(horizontal)">
                                      <p:cBhvr>
                                        <p:cTn id="31" dur="500"/>
                                        <p:tgtEl>
                                          <p:spTgt spid="221"/>
                                        </p:tgtEl>
                                      </p:cBhvr>
                                    </p:animEffect>
                                  </p:childTnLst>
                                </p:cTn>
                              </p:par>
                              <p:par>
                                <p:cTn id="32" presetID="14" presetClass="entr" presetSubtype="10" fill="hold" nodeType="withEffect">
                                  <p:stCondLst>
                                    <p:cond delay="0"/>
                                  </p:stCondLst>
                                  <p:childTnLst>
                                    <p:set>
                                      <p:cBhvr>
                                        <p:cTn id="33" dur="1" fill="hold">
                                          <p:stCondLst>
                                            <p:cond delay="0"/>
                                          </p:stCondLst>
                                        </p:cTn>
                                        <p:tgtEl>
                                          <p:spTgt spid="225"/>
                                        </p:tgtEl>
                                        <p:attrNameLst>
                                          <p:attrName>style.visibility</p:attrName>
                                        </p:attrNameLst>
                                      </p:cBhvr>
                                      <p:to>
                                        <p:strVal val="visible"/>
                                      </p:to>
                                    </p:set>
                                    <p:animEffect transition="in" filter="randombar(horizontal)">
                                      <p:cBhvr>
                                        <p:cTn id="34" dur="500"/>
                                        <p:tgtEl>
                                          <p:spTgt spid="225"/>
                                        </p:tgtEl>
                                      </p:cBhvr>
                                    </p:animEffect>
                                  </p:childTnLst>
                                </p:cTn>
                              </p:par>
                              <p:par>
                                <p:cTn id="35" presetID="14" presetClass="entr" presetSubtype="10" fill="hold" nodeType="withEffect">
                                  <p:stCondLst>
                                    <p:cond delay="0"/>
                                  </p:stCondLst>
                                  <p:childTnLst>
                                    <p:set>
                                      <p:cBhvr>
                                        <p:cTn id="36" dur="1" fill="hold">
                                          <p:stCondLst>
                                            <p:cond delay="0"/>
                                          </p:stCondLst>
                                        </p:cTn>
                                        <p:tgtEl>
                                          <p:spTgt spid="226"/>
                                        </p:tgtEl>
                                        <p:attrNameLst>
                                          <p:attrName>style.visibility</p:attrName>
                                        </p:attrNameLst>
                                      </p:cBhvr>
                                      <p:to>
                                        <p:strVal val="visible"/>
                                      </p:to>
                                    </p:set>
                                    <p:animEffect transition="in" filter="randombar(horizontal)">
                                      <p:cBhvr>
                                        <p:cTn id="37" dur="500"/>
                                        <p:tgtEl>
                                          <p:spTgt spid="226"/>
                                        </p:tgtEl>
                                      </p:cBhvr>
                                    </p:animEffect>
                                  </p:childTnLst>
                                </p:cTn>
                              </p:par>
                              <p:par>
                                <p:cTn id="38" presetID="14" presetClass="entr" presetSubtype="10" fill="hold" nodeType="withEffect">
                                  <p:stCondLst>
                                    <p:cond delay="0"/>
                                  </p:stCondLst>
                                  <p:childTnLst>
                                    <p:set>
                                      <p:cBhvr>
                                        <p:cTn id="39" dur="1" fill="hold">
                                          <p:stCondLst>
                                            <p:cond delay="0"/>
                                          </p:stCondLst>
                                        </p:cTn>
                                        <p:tgtEl>
                                          <p:spTgt spid="227"/>
                                        </p:tgtEl>
                                        <p:attrNameLst>
                                          <p:attrName>style.visibility</p:attrName>
                                        </p:attrNameLst>
                                      </p:cBhvr>
                                      <p:to>
                                        <p:strVal val="visible"/>
                                      </p:to>
                                    </p:set>
                                    <p:animEffect transition="in" filter="randombar(horizontal)">
                                      <p:cBhvr>
                                        <p:cTn id="40" dur="500"/>
                                        <p:tgtEl>
                                          <p:spTgt spid="227"/>
                                        </p:tgtEl>
                                      </p:cBhvr>
                                    </p:animEffect>
                                  </p:childTnLst>
                                </p:cTn>
                              </p:par>
                              <p:par>
                                <p:cTn id="41" presetID="14" presetClass="entr" presetSubtype="10" fill="hold" nodeType="with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randombar(horizontal)">
                                      <p:cBhvr>
                                        <p:cTn id="4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 grpId="0" animBg="1"/>
      <p:bldP spid="208" grpId="0" animBg="1"/>
      <p:bldP spid="209" grpId="0" animBg="1"/>
      <p:bldP spid="2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pic>
        <p:nvPicPr>
          <p:cNvPr id="28" name="Picture 27">
            <a:extLst>
              <a:ext uri="{FF2B5EF4-FFF2-40B4-BE49-F238E27FC236}">
                <a16:creationId xmlns:a16="http://schemas.microsoft.com/office/drawing/2014/main" id="{90166798-2594-424B-AEBE-C51AC090A7B1}"/>
              </a:ext>
            </a:extLst>
          </p:cNvPr>
          <p:cNvPicPr>
            <a:picLocks noChangeAspect="1"/>
          </p:cNvPicPr>
          <p:nvPr/>
        </p:nvPicPr>
        <p:blipFill>
          <a:blip r:embed="rId3">
            <a:alphaModFix amt="23000"/>
          </a:blip>
          <a:stretch>
            <a:fillRect/>
          </a:stretch>
        </p:blipFill>
        <p:spPr>
          <a:xfrm>
            <a:off x="-2489072" y="0"/>
            <a:ext cx="7544612" cy="6858000"/>
          </a:xfrm>
          <a:prstGeom prst="rect">
            <a:avLst/>
          </a:prstGeom>
          <a:scene3d>
            <a:camera prst="orthographicFront">
              <a:rot lat="0" lon="10799999" rev="0"/>
            </a:camera>
            <a:lightRig rig="threePt" dir="t"/>
          </a:scene3d>
        </p:spPr>
      </p:pic>
      <p:pic>
        <p:nvPicPr>
          <p:cNvPr id="27" name="Picture 26">
            <a:extLst>
              <a:ext uri="{FF2B5EF4-FFF2-40B4-BE49-F238E27FC236}">
                <a16:creationId xmlns:a16="http://schemas.microsoft.com/office/drawing/2014/main" id="{79B9A2BE-2B44-4B41-BE82-A6EA8526F108}"/>
              </a:ext>
            </a:extLst>
          </p:cNvPr>
          <p:cNvPicPr>
            <a:picLocks noChangeAspect="1"/>
          </p:cNvPicPr>
          <p:nvPr/>
        </p:nvPicPr>
        <p:blipFill>
          <a:blip r:embed="rId4">
            <a:alphaModFix amt="23000"/>
          </a:blip>
          <a:stretch>
            <a:fillRect/>
          </a:stretch>
        </p:blipFill>
        <p:spPr>
          <a:xfrm>
            <a:off x="5055540" y="-159087"/>
            <a:ext cx="5464461" cy="6858000"/>
          </a:xfrm>
          <a:prstGeom prst="rect">
            <a:avLst/>
          </a:prstGeom>
        </p:spPr>
      </p:pic>
      <p:cxnSp>
        <p:nvCxnSpPr>
          <p:cNvPr id="432" name="Google Shape;432;p30"/>
          <p:cNvCxnSpPr/>
          <p:nvPr/>
        </p:nvCxnSpPr>
        <p:spPr>
          <a:xfrm>
            <a:off x="5061932" y="1716582"/>
            <a:ext cx="0" cy="5486400"/>
          </a:xfrm>
          <a:prstGeom prst="straightConnector1">
            <a:avLst/>
          </a:prstGeom>
          <a:noFill/>
          <a:ln w="38100" cap="flat" cmpd="sng">
            <a:solidFill>
              <a:srgbClr val="71CBEF"/>
            </a:solidFill>
            <a:prstDash val="solid"/>
            <a:round/>
            <a:headEnd type="none" w="sm" len="sm"/>
            <a:tailEnd type="none" w="sm" len="sm"/>
          </a:ln>
        </p:spPr>
      </p:cxnSp>
      <p:sp>
        <p:nvSpPr>
          <p:cNvPr id="489" name="Google Shape;489;p30"/>
          <p:cNvSpPr txBox="1"/>
          <p:nvPr/>
        </p:nvSpPr>
        <p:spPr>
          <a:xfrm>
            <a:off x="685754" y="577809"/>
            <a:ext cx="3372754" cy="769441"/>
          </a:xfrm>
          <a:prstGeom prst="rect">
            <a:avLst/>
          </a:prstGeom>
          <a:noFill/>
          <a:ln>
            <a:noFill/>
          </a:ln>
        </p:spPr>
        <p:txBody>
          <a:bodyPr spcFirstLastPara="1" wrap="square" lIns="0" tIns="0" rIns="0" bIns="0" anchor="t" anchorCtr="0">
            <a:spAutoFit/>
          </a:bodyPr>
          <a:lstStyle/>
          <a:p>
            <a:pPr algn="ctr"/>
            <a:r>
              <a:rPr lang="en-US" sz="5000" b="1" dirty="0">
                <a:solidFill>
                  <a:schemeClr val="tx2"/>
                </a:solidFill>
                <a:latin typeface="Archivo Black"/>
                <a:ea typeface="Archivo Black"/>
                <a:cs typeface="Archivo Black"/>
                <a:sym typeface="Archivo Black"/>
              </a:rPr>
              <a:t>Internet</a:t>
            </a:r>
            <a:endParaRPr sz="1200" b="1" dirty="0">
              <a:solidFill>
                <a:schemeClr val="tx2"/>
              </a:solidFill>
            </a:endParaRPr>
          </a:p>
        </p:txBody>
      </p:sp>
      <p:sp>
        <p:nvSpPr>
          <p:cNvPr id="4" name="TextBox 3">
            <a:extLst>
              <a:ext uri="{FF2B5EF4-FFF2-40B4-BE49-F238E27FC236}">
                <a16:creationId xmlns:a16="http://schemas.microsoft.com/office/drawing/2014/main" id="{98170642-7A97-4D82-BA0F-B175D6FAF992}"/>
              </a:ext>
            </a:extLst>
          </p:cNvPr>
          <p:cNvSpPr txBox="1"/>
          <p:nvPr/>
        </p:nvSpPr>
        <p:spPr>
          <a:xfrm>
            <a:off x="6667594" y="494611"/>
            <a:ext cx="3028950" cy="861774"/>
          </a:xfrm>
          <a:prstGeom prst="rect">
            <a:avLst/>
          </a:prstGeom>
          <a:noFill/>
        </p:spPr>
        <p:txBody>
          <a:bodyPr wrap="square" rtlCol="0">
            <a:spAutoFit/>
          </a:bodyPr>
          <a:lstStyle/>
          <a:p>
            <a:r>
              <a:rPr lang="en-US" sz="5000" b="1" dirty="0">
                <a:solidFill>
                  <a:schemeClr val="tx2"/>
                </a:solidFill>
                <a:latin typeface="Archivo Black" panose="020B0604020202020204" charset="0"/>
              </a:rPr>
              <a:t>BISDN</a:t>
            </a:r>
          </a:p>
        </p:txBody>
      </p:sp>
      <p:sp>
        <p:nvSpPr>
          <p:cNvPr id="5" name="TextBox 4">
            <a:extLst>
              <a:ext uri="{FF2B5EF4-FFF2-40B4-BE49-F238E27FC236}">
                <a16:creationId xmlns:a16="http://schemas.microsoft.com/office/drawing/2014/main" id="{8B718374-E592-47E1-BDA3-EE392E2A5862}"/>
              </a:ext>
            </a:extLst>
          </p:cNvPr>
          <p:cNvSpPr txBox="1"/>
          <p:nvPr/>
        </p:nvSpPr>
        <p:spPr>
          <a:xfrm>
            <a:off x="4630169" y="925498"/>
            <a:ext cx="1788476" cy="707886"/>
          </a:xfrm>
          <a:prstGeom prst="rect">
            <a:avLst/>
          </a:prstGeom>
          <a:noFill/>
        </p:spPr>
        <p:txBody>
          <a:bodyPr wrap="square" rtlCol="0">
            <a:spAutoFit/>
          </a:bodyPr>
          <a:lstStyle/>
          <a:p>
            <a:r>
              <a:rPr lang="en-US" sz="4000" dirty="0">
                <a:solidFill>
                  <a:schemeClr val="tx2"/>
                </a:solidFill>
                <a:latin typeface="Archivo Black" panose="020B0604020202020204" charset="0"/>
              </a:rPr>
              <a:t>VS</a:t>
            </a:r>
          </a:p>
        </p:txBody>
      </p:sp>
      <p:pic>
        <p:nvPicPr>
          <p:cNvPr id="6" name="Picture 5">
            <a:extLst>
              <a:ext uri="{FF2B5EF4-FFF2-40B4-BE49-F238E27FC236}">
                <a16:creationId xmlns:a16="http://schemas.microsoft.com/office/drawing/2014/main" id="{34831215-0168-45B6-B42E-AE71970BA54E}"/>
              </a:ext>
            </a:extLst>
          </p:cNvPr>
          <p:cNvPicPr>
            <a:picLocks noChangeAspect="1"/>
          </p:cNvPicPr>
          <p:nvPr/>
        </p:nvPicPr>
        <p:blipFill>
          <a:blip r:embed="rId5"/>
          <a:stretch>
            <a:fillRect/>
          </a:stretch>
        </p:blipFill>
        <p:spPr>
          <a:xfrm>
            <a:off x="9653929" y="1716582"/>
            <a:ext cx="36579" cy="5505165"/>
          </a:xfrm>
          <a:prstGeom prst="rect">
            <a:avLst/>
          </a:prstGeom>
        </p:spPr>
      </p:pic>
      <p:sp>
        <p:nvSpPr>
          <p:cNvPr id="7" name="TextBox 6">
            <a:extLst>
              <a:ext uri="{FF2B5EF4-FFF2-40B4-BE49-F238E27FC236}">
                <a16:creationId xmlns:a16="http://schemas.microsoft.com/office/drawing/2014/main" id="{97E6107C-CF4E-47B6-B5A3-130279AC09CE}"/>
              </a:ext>
            </a:extLst>
          </p:cNvPr>
          <p:cNvSpPr txBox="1"/>
          <p:nvPr/>
        </p:nvSpPr>
        <p:spPr>
          <a:xfrm>
            <a:off x="9949757" y="1792585"/>
            <a:ext cx="1928389" cy="369332"/>
          </a:xfrm>
          <a:prstGeom prst="rect">
            <a:avLst/>
          </a:prstGeom>
          <a:noFill/>
        </p:spPr>
        <p:txBody>
          <a:bodyPr wrap="square" rtlCol="0">
            <a:spAutoFit/>
          </a:bodyPr>
          <a:lstStyle/>
          <a:p>
            <a:r>
              <a:rPr lang="fa-IR" dirty="0">
                <a:solidFill>
                  <a:schemeClr val="tx2"/>
                </a:solidFill>
                <a:cs typeface="B Titr" panose="00000700000000000000" pitchFamily="2" charset="-78"/>
              </a:rPr>
              <a:t>هزینه زیرساخت</a:t>
            </a:r>
            <a:endParaRPr lang="en-US" dirty="0">
              <a:solidFill>
                <a:schemeClr val="tx2"/>
              </a:solidFill>
              <a:cs typeface="B Titr" panose="00000700000000000000" pitchFamily="2" charset="-78"/>
            </a:endParaRPr>
          </a:p>
        </p:txBody>
      </p:sp>
      <p:sp>
        <p:nvSpPr>
          <p:cNvPr id="9" name="TextBox 8">
            <a:extLst>
              <a:ext uri="{FF2B5EF4-FFF2-40B4-BE49-F238E27FC236}">
                <a16:creationId xmlns:a16="http://schemas.microsoft.com/office/drawing/2014/main" id="{AD323FFB-5C90-4BE1-B493-2725D6F31E5D}"/>
              </a:ext>
            </a:extLst>
          </p:cNvPr>
          <p:cNvSpPr txBox="1"/>
          <p:nvPr/>
        </p:nvSpPr>
        <p:spPr>
          <a:xfrm>
            <a:off x="7227981" y="1716582"/>
            <a:ext cx="760492" cy="369332"/>
          </a:xfrm>
          <a:prstGeom prst="rect">
            <a:avLst/>
          </a:prstGeom>
          <a:noFill/>
        </p:spPr>
        <p:txBody>
          <a:bodyPr wrap="square" rtlCol="0">
            <a:spAutoFit/>
          </a:bodyPr>
          <a:lstStyle/>
          <a:p>
            <a:r>
              <a:rPr lang="fa-IR" dirty="0">
                <a:solidFill>
                  <a:schemeClr val="bg1"/>
                </a:solidFill>
                <a:cs typeface="B Titr" panose="00000700000000000000" pitchFamily="2" charset="-78"/>
              </a:rPr>
              <a:t>بالا</a:t>
            </a:r>
            <a:endParaRPr lang="en-US" dirty="0">
              <a:solidFill>
                <a:schemeClr val="bg1"/>
              </a:solidFill>
              <a:cs typeface="B Titr" panose="00000700000000000000" pitchFamily="2" charset="-78"/>
            </a:endParaRPr>
          </a:p>
        </p:txBody>
      </p:sp>
      <p:sp>
        <p:nvSpPr>
          <p:cNvPr id="10" name="TextBox 9">
            <a:extLst>
              <a:ext uri="{FF2B5EF4-FFF2-40B4-BE49-F238E27FC236}">
                <a16:creationId xmlns:a16="http://schemas.microsoft.com/office/drawing/2014/main" id="{D59CE43F-4BC2-40E3-8A8B-E4655F076F1A}"/>
              </a:ext>
            </a:extLst>
          </p:cNvPr>
          <p:cNvSpPr txBox="1"/>
          <p:nvPr/>
        </p:nvSpPr>
        <p:spPr>
          <a:xfrm>
            <a:off x="2108276" y="1792585"/>
            <a:ext cx="590226" cy="369332"/>
          </a:xfrm>
          <a:prstGeom prst="rect">
            <a:avLst/>
          </a:prstGeom>
          <a:noFill/>
        </p:spPr>
        <p:txBody>
          <a:bodyPr wrap="none" rtlCol="0">
            <a:spAutoFit/>
          </a:bodyPr>
          <a:lstStyle/>
          <a:p>
            <a:r>
              <a:rPr lang="fa-IR" dirty="0">
                <a:solidFill>
                  <a:schemeClr val="bg1"/>
                </a:solidFill>
                <a:cs typeface="B Titr" panose="00000700000000000000" pitchFamily="2" charset="-78"/>
              </a:rPr>
              <a:t>پایین</a:t>
            </a:r>
            <a:endParaRPr lang="en-US" dirty="0">
              <a:solidFill>
                <a:schemeClr val="bg1"/>
              </a:solidFill>
              <a:cs typeface="B Titr" panose="00000700000000000000" pitchFamily="2" charset="-78"/>
            </a:endParaRPr>
          </a:p>
        </p:txBody>
      </p:sp>
      <p:sp>
        <p:nvSpPr>
          <p:cNvPr id="12" name="TextBox 11">
            <a:extLst>
              <a:ext uri="{FF2B5EF4-FFF2-40B4-BE49-F238E27FC236}">
                <a16:creationId xmlns:a16="http://schemas.microsoft.com/office/drawing/2014/main" id="{45CAFD3E-3604-4E62-9A1D-859E273B4D5D}"/>
              </a:ext>
            </a:extLst>
          </p:cNvPr>
          <p:cNvSpPr txBox="1"/>
          <p:nvPr/>
        </p:nvSpPr>
        <p:spPr>
          <a:xfrm>
            <a:off x="9949757" y="2161917"/>
            <a:ext cx="1335622" cy="369332"/>
          </a:xfrm>
          <a:prstGeom prst="rect">
            <a:avLst/>
          </a:prstGeom>
          <a:noFill/>
        </p:spPr>
        <p:txBody>
          <a:bodyPr wrap="none" rtlCol="0">
            <a:spAutoFit/>
          </a:bodyPr>
          <a:lstStyle/>
          <a:p>
            <a:r>
              <a:rPr lang="fa-IR" dirty="0">
                <a:solidFill>
                  <a:schemeClr val="tx2"/>
                </a:solidFill>
                <a:cs typeface="B Titr" panose="00000700000000000000" pitchFamily="2" charset="-78"/>
              </a:rPr>
              <a:t>شبکه دسترسی</a:t>
            </a:r>
            <a:endParaRPr lang="en-US" dirty="0">
              <a:solidFill>
                <a:schemeClr val="tx2"/>
              </a:solidFill>
              <a:cs typeface="B Titr" panose="00000700000000000000" pitchFamily="2" charset="-78"/>
            </a:endParaRPr>
          </a:p>
        </p:txBody>
      </p:sp>
      <p:sp>
        <p:nvSpPr>
          <p:cNvPr id="13" name="TextBox 12">
            <a:extLst>
              <a:ext uri="{FF2B5EF4-FFF2-40B4-BE49-F238E27FC236}">
                <a16:creationId xmlns:a16="http://schemas.microsoft.com/office/drawing/2014/main" id="{EFE2329E-16DC-4AB2-A3BD-2CD14FF82058}"/>
              </a:ext>
            </a:extLst>
          </p:cNvPr>
          <p:cNvSpPr txBox="1"/>
          <p:nvPr/>
        </p:nvSpPr>
        <p:spPr>
          <a:xfrm>
            <a:off x="6946713" y="2161917"/>
            <a:ext cx="981359" cy="369332"/>
          </a:xfrm>
          <a:prstGeom prst="rect">
            <a:avLst/>
          </a:prstGeom>
          <a:noFill/>
        </p:spPr>
        <p:txBody>
          <a:bodyPr wrap="none" rtlCol="0">
            <a:spAutoFit/>
          </a:bodyPr>
          <a:lstStyle/>
          <a:p>
            <a:r>
              <a:rPr lang="fa-IR" dirty="0">
                <a:solidFill>
                  <a:schemeClr val="bg1"/>
                </a:solidFill>
                <a:cs typeface="B Titr" panose="00000700000000000000" pitchFamily="2" charset="-78"/>
              </a:rPr>
              <a:t>فیبر محور</a:t>
            </a:r>
            <a:endParaRPr lang="en-US" dirty="0">
              <a:solidFill>
                <a:schemeClr val="bg1"/>
              </a:solidFill>
              <a:cs typeface="B Titr" panose="00000700000000000000" pitchFamily="2" charset="-78"/>
            </a:endParaRPr>
          </a:p>
        </p:txBody>
      </p:sp>
      <p:sp>
        <p:nvSpPr>
          <p:cNvPr id="14" name="TextBox 13">
            <a:extLst>
              <a:ext uri="{FF2B5EF4-FFF2-40B4-BE49-F238E27FC236}">
                <a16:creationId xmlns:a16="http://schemas.microsoft.com/office/drawing/2014/main" id="{D3E8D2D8-D5EC-404D-8F68-6336BCB54717}"/>
              </a:ext>
            </a:extLst>
          </p:cNvPr>
          <p:cNvSpPr txBox="1"/>
          <p:nvPr/>
        </p:nvSpPr>
        <p:spPr>
          <a:xfrm>
            <a:off x="2065796" y="2161917"/>
            <a:ext cx="659155" cy="369332"/>
          </a:xfrm>
          <a:prstGeom prst="rect">
            <a:avLst/>
          </a:prstGeom>
          <a:noFill/>
        </p:spPr>
        <p:txBody>
          <a:bodyPr wrap="none" rtlCol="0">
            <a:spAutoFit/>
          </a:bodyPr>
          <a:lstStyle/>
          <a:p>
            <a:r>
              <a:rPr lang="fa-IR" dirty="0">
                <a:solidFill>
                  <a:schemeClr val="bg1"/>
                </a:solidFill>
                <a:cs typeface="B Titr" panose="00000700000000000000" pitchFamily="2" charset="-78"/>
              </a:rPr>
              <a:t>متنوع</a:t>
            </a:r>
            <a:endParaRPr lang="en-US" dirty="0">
              <a:solidFill>
                <a:schemeClr val="bg1"/>
              </a:solidFill>
              <a:cs typeface="B Titr" panose="00000700000000000000" pitchFamily="2" charset="-78"/>
            </a:endParaRPr>
          </a:p>
        </p:txBody>
      </p:sp>
      <p:sp>
        <p:nvSpPr>
          <p:cNvPr id="15" name="TextBox 14">
            <a:extLst>
              <a:ext uri="{FF2B5EF4-FFF2-40B4-BE49-F238E27FC236}">
                <a16:creationId xmlns:a16="http://schemas.microsoft.com/office/drawing/2014/main" id="{94D09F1A-0069-4A56-85F4-4BD3D6400171}"/>
              </a:ext>
            </a:extLst>
          </p:cNvPr>
          <p:cNvSpPr txBox="1"/>
          <p:nvPr/>
        </p:nvSpPr>
        <p:spPr>
          <a:xfrm>
            <a:off x="10123682" y="2531249"/>
            <a:ext cx="957313" cy="369332"/>
          </a:xfrm>
          <a:prstGeom prst="rect">
            <a:avLst/>
          </a:prstGeom>
          <a:noFill/>
        </p:spPr>
        <p:txBody>
          <a:bodyPr wrap="none" rtlCol="0">
            <a:spAutoFit/>
          </a:bodyPr>
          <a:lstStyle/>
          <a:p>
            <a:r>
              <a:rPr lang="fa-IR" dirty="0">
                <a:solidFill>
                  <a:schemeClr val="tx2"/>
                </a:solidFill>
                <a:cs typeface="B Titr" panose="00000700000000000000" pitchFamily="2" charset="-78"/>
              </a:rPr>
              <a:t>سویچینگ</a:t>
            </a:r>
            <a:endParaRPr lang="en-US" dirty="0">
              <a:solidFill>
                <a:schemeClr val="tx2"/>
              </a:solidFill>
              <a:cs typeface="B Titr" panose="00000700000000000000" pitchFamily="2" charset="-78"/>
            </a:endParaRPr>
          </a:p>
        </p:txBody>
      </p:sp>
      <p:sp>
        <p:nvSpPr>
          <p:cNvPr id="16" name="TextBox 15">
            <a:extLst>
              <a:ext uri="{FF2B5EF4-FFF2-40B4-BE49-F238E27FC236}">
                <a16:creationId xmlns:a16="http://schemas.microsoft.com/office/drawing/2014/main" id="{9552196D-5764-451F-B3D3-52BD04988B8D}"/>
              </a:ext>
            </a:extLst>
          </p:cNvPr>
          <p:cNvSpPr txBox="1"/>
          <p:nvPr/>
        </p:nvSpPr>
        <p:spPr>
          <a:xfrm>
            <a:off x="6863298" y="2531249"/>
            <a:ext cx="1483098" cy="369332"/>
          </a:xfrm>
          <a:prstGeom prst="rect">
            <a:avLst/>
          </a:prstGeom>
          <a:noFill/>
        </p:spPr>
        <p:txBody>
          <a:bodyPr wrap="none" rtlCol="0">
            <a:spAutoFit/>
          </a:bodyPr>
          <a:lstStyle/>
          <a:p>
            <a:r>
              <a:rPr lang="fa-IR" dirty="0">
                <a:solidFill>
                  <a:schemeClr val="bg1"/>
                </a:solidFill>
                <a:cs typeface="B Titr" panose="00000700000000000000" pitchFamily="2" charset="-78"/>
              </a:rPr>
              <a:t>مداری(مجازی)</a:t>
            </a:r>
            <a:endParaRPr lang="en-US" dirty="0">
              <a:solidFill>
                <a:schemeClr val="bg1"/>
              </a:solidFill>
              <a:cs typeface="B Titr" panose="00000700000000000000" pitchFamily="2" charset="-78"/>
            </a:endParaRPr>
          </a:p>
        </p:txBody>
      </p:sp>
      <p:sp>
        <p:nvSpPr>
          <p:cNvPr id="17" name="TextBox 16">
            <a:extLst>
              <a:ext uri="{FF2B5EF4-FFF2-40B4-BE49-F238E27FC236}">
                <a16:creationId xmlns:a16="http://schemas.microsoft.com/office/drawing/2014/main" id="{E9897EA8-CF04-4AE1-B640-20F24BB204F6}"/>
              </a:ext>
            </a:extLst>
          </p:cNvPr>
          <p:cNvSpPr txBox="1"/>
          <p:nvPr/>
        </p:nvSpPr>
        <p:spPr>
          <a:xfrm>
            <a:off x="2033147" y="2531249"/>
            <a:ext cx="813043" cy="369332"/>
          </a:xfrm>
          <a:prstGeom prst="rect">
            <a:avLst/>
          </a:prstGeom>
          <a:noFill/>
        </p:spPr>
        <p:txBody>
          <a:bodyPr wrap="none" rtlCol="0">
            <a:spAutoFit/>
          </a:bodyPr>
          <a:lstStyle/>
          <a:p>
            <a:r>
              <a:rPr lang="fa-IR" dirty="0">
                <a:solidFill>
                  <a:schemeClr val="bg1"/>
                </a:solidFill>
                <a:cs typeface="B Titr" panose="00000700000000000000" pitchFamily="2" charset="-78"/>
              </a:rPr>
              <a:t>بسته ای</a:t>
            </a:r>
            <a:endParaRPr lang="en-US" dirty="0">
              <a:solidFill>
                <a:schemeClr val="bg1"/>
              </a:solidFill>
              <a:cs typeface="B Titr" panose="00000700000000000000" pitchFamily="2" charset="-78"/>
            </a:endParaRPr>
          </a:p>
        </p:txBody>
      </p:sp>
      <p:sp>
        <p:nvSpPr>
          <p:cNvPr id="18" name="TextBox 17">
            <a:extLst>
              <a:ext uri="{FF2B5EF4-FFF2-40B4-BE49-F238E27FC236}">
                <a16:creationId xmlns:a16="http://schemas.microsoft.com/office/drawing/2014/main" id="{D056C5BA-7FAA-4DDA-BE04-7E58B3713BE7}"/>
              </a:ext>
            </a:extLst>
          </p:cNvPr>
          <p:cNvSpPr txBox="1"/>
          <p:nvPr/>
        </p:nvSpPr>
        <p:spPr>
          <a:xfrm>
            <a:off x="10084408" y="2900581"/>
            <a:ext cx="1059906" cy="369332"/>
          </a:xfrm>
          <a:prstGeom prst="rect">
            <a:avLst/>
          </a:prstGeom>
          <a:noFill/>
        </p:spPr>
        <p:txBody>
          <a:bodyPr wrap="none" rtlCol="0">
            <a:spAutoFit/>
          </a:bodyPr>
          <a:lstStyle/>
          <a:p>
            <a:r>
              <a:rPr lang="fa-IR" dirty="0">
                <a:solidFill>
                  <a:schemeClr val="tx2"/>
                </a:solidFill>
                <a:cs typeface="B Titr" panose="00000700000000000000" pitchFamily="2" charset="-78"/>
              </a:rPr>
              <a:t>نوع ارتباط</a:t>
            </a:r>
            <a:endParaRPr lang="en-US" dirty="0">
              <a:solidFill>
                <a:schemeClr val="tx2"/>
              </a:solidFill>
              <a:cs typeface="B Titr" panose="00000700000000000000" pitchFamily="2" charset="-78"/>
            </a:endParaRPr>
          </a:p>
        </p:txBody>
      </p:sp>
      <p:sp>
        <p:nvSpPr>
          <p:cNvPr id="19" name="TextBox 18">
            <a:extLst>
              <a:ext uri="{FF2B5EF4-FFF2-40B4-BE49-F238E27FC236}">
                <a16:creationId xmlns:a16="http://schemas.microsoft.com/office/drawing/2014/main" id="{AAABB5BE-4E9B-4F81-B507-1BBE79F4A7AE}"/>
              </a:ext>
            </a:extLst>
          </p:cNvPr>
          <p:cNvSpPr txBox="1"/>
          <p:nvPr/>
        </p:nvSpPr>
        <p:spPr>
          <a:xfrm>
            <a:off x="1878456" y="2900581"/>
            <a:ext cx="1135247" cy="369332"/>
          </a:xfrm>
          <a:prstGeom prst="rect">
            <a:avLst/>
          </a:prstGeom>
          <a:noFill/>
        </p:spPr>
        <p:txBody>
          <a:bodyPr wrap="none" rtlCol="0">
            <a:spAutoFit/>
          </a:bodyPr>
          <a:lstStyle/>
          <a:p>
            <a:r>
              <a:rPr lang="fa-IR" dirty="0">
                <a:solidFill>
                  <a:schemeClr val="bg1"/>
                </a:solidFill>
                <a:cs typeface="B Titr" panose="00000700000000000000" pitchFamily="2" charset="-78"/>
              </a:rPr>
              <a:t>بدون اتصال</a:t>
            </a:r>
            <a:endParaRPr lang="en-US" dirty="0">
              <a:solidFill>
                <a:schemeClr val="bg1"/>
              </a:solidFill>
              <a:cs typeface="B Titr" panose="00000700000000000000" pitchFamily="2" charset="-78"/>
            </a:endParaRPr>
          </a:p>
        </p:txBody>
      </p:sp>
      <p:sp>
        <p:nvSpPr>
          <p:cNvPr id="20" name="TextBox 19">
            <a:extLst>
              <a:ext uri="{FF2B5EF4-FFF2-40B4-BE49-F238E27FC236}">
                <a16:creationId xmlns:a16="http://schemas.microsoft.com/office/drawing/2014/main" id="{3510CB5F-6C04-4D41-AADD-EF9F722A6959}"/>
              </a:ext>
            </a:extLst>
          </p:cNvPr>
          <p:cNvSpPr txBox="1"/>
          <p:nvPr/>
        </p:nvSpPr>
        <p:spPr>
          <a:xfrm>
            <a:off x="7049246" y="2967449"/>
            <a:ext cx="970137" cy="369332"/>
          </a:xfrm>
          <a:prstGeom prst="rect">
            <a:avLst/>
          </a:prstGeom>
          <a:noFill/>
        </p:spPr>
        <p:txBody>
          <a:bodyPr wrap="none" rtlCol="0">
            <a:spAutoFit/>
          </a:bodyPr>
          <a:lstStyle/>
          <a:p>
            <a:r>
              <a:rPr lang="fa-IR" dirty="0">
                <a:solidFill>
                  <a:schemeClr val="bg1"/>
                </a:solidFill>
                <a:cs typeface="B Titr" panose="00000700000000000000" pitchFamily="2" charset="-78"/>
              </a:rPr>
              <a:t>اتصال گرا</a:t>
            </a:r>
            <a:endParaRPr lang="en-US" dirty="0">
              <a:solidFill>
                <a:schemeClr val="bg1"/>
              </a:solidFill>
              <a:cs typeface="B Titr" panose="00000700000000000000" pitchFamily="2" charset="-78"/>
            </a:endParaRPr>
          </a:p>
        </p:txBody>
      </p:sp>
      <p:sp>
        <p:nvSpPr>
          <p:cNvPr id="21" name="TextBox 20">
            <a:extLst>
              <a:ext uri="{FF2B5EF4-FFF2-40B4-BE49-F238E27FC236}">
                <a16:creationId xmlns:a16="http://schemas.microsoft.com/office/drawing/2014/main" id="{91D45425-2161-44C8-B971-423EE77DBDFD}"/>
              </a:ext>
            </a:extLst>
          </p:cNvPr>
          <p:cNvSpPr txBox="1"/>
          <p:nvPr/>
        </p:nvSpPr>
        <p:spPr>
          <a:xfrm>
            <a:off x="9912886" y="3244334"/>
            <a:ext cx="1354858" cy="369332"/>
          </a:xfrm>
          <a:prstGeom prst="rect">
            <a:avLst/>
          </a:prstGeom>
          <a:noFill/>
        </p:spPr>
        <p:txBody>
          <a:bodyPr wrap="none" rtlCol="0">
            <a:spAutoFit/>
          </a:bodyPr>
          <a:lstStyle/>
          <a:p>
            <a:r>
              <a:rPr lang="fa-IR" dirty="0">
                <a:solidFill>
                  <a:schemeClr val="tx2"/>
                </a:solidFill>
                <a:cs typeface="B Titr" panose="00000700000000000000" pitchFamily="2" charset="-78"/>
              </a:rPr>
              <a:t>سازگاری شبکه</a:t>
            </a:r>
            <a:endParaRPr lang="en-US" dirty="0">
              <a:solidFill>
                <a:schemeClr val="tx2"/>
              </a:solidFill>
              <a:cs typeface="B Titr" panose="00000700000000000000" pitchFamily="2" charset="-78"/>
            </a:endParaRPr>
          </a:p>
        </p:txBody>
      </p:sp>
      <p:sp>
        <p:nvSpPr>
          <p:cNvPr id="22" name="TextBox 21">
            <a:extLst>
              <a:ext uri="{FF2B5EF4-FFF2-40B4-BE49-F238E27FC236}">
                <a16:creationId xmlns:a16="http://schemas.microsoft.com/office/drawing/2014/main" id="{82D61105-7AAC-4EE2-8E0C-C4F4B8AA0198}"/>
              </a:ext>
            </a:extLst>
          </p:cNvPr>
          <p:cNvSpPr txBox="1"/>
          <p:nvPr/>
        </p:nvSpPr>
        <p:spPr>
          <a:xfrm>
            <a:off x="7227981" y="3269913"/>
            <a:ext cx="590226" cy="369332"/>
          </a:xfrm>
          <a:prstGeom prst="rect">
            <a:avLst/>
          </a:prstGeom>
          <a:noFill/>
        </p:spPr>
        <p:txBody>
          <a:bodyPr wrap="none" rtlCol="0">
            <a:spAutoFit/>
          </a:bodyPr>
          <a:lstStyle/>
          <a:p>
            <a:r>
              <a:rPr lang="fa-IR" dirty="0">
                <a:solidFill>
                  <a:schemeClr val="bg1"/>
                </a:solidFill>
                <a:cs typeface="B Titr" panose="00000700000000000000" pitchFamily="2" charset="-78"/>
              </a:rPr>
              <a:t>پایین</a:t>
            </a:r>
            <a:endParaRPr lang="en-US" dirty="0">
              <a:solidFill>
                <a:schemeClr val="bg1"/>
              </a:solidFill>
              <a:cs typeface="B Titr" panose="00000700000000000000" pitchFamily="2" charset="-78"/>
            </a:endParaRPr>
          </a:p>
        </p:txBody>
      </p:sp>
      <p:sp>
        <p:nvSpPr>
          <p:cNvPr id="23" name="TextBox 22">
            <a:extLst>
              <a:ext uri="{FF2B5EF4-FFF2-40B4-BE49-F238E27FC236}">
                <a16:creationId xmlns:a16="http://schemas.microsoft.com/office/drawing/2014/main" id="{AEAF2FEA-A46E-4905-97F8-441209F3DCBD}"/>
              </a:ext>
            </a:extLst>
          </p:cNvPr>
          <p:cNvSpPr txBox="1"/>
          <p:nvPr/>
        </p:nvSpPr>
        <p:spPr>
          <a:xfrm>
            <a:off x="2137878" y="3269913"/>
            <a:ext cx="437940" cy="369332"/>
          </a:xfrm>
          <a:prstGeom prst="rect">
            <a:avLst/>
          </a:prstGeom>
          <a:noFill/>
        </p:spPr>
        <p:txBody>
          <a:bodyPr wrap="none" rtlCol="0">
            <a:spAutoFit/>
          </a:bodyPr>
          <a:lstStyle/>
          <a:p>
            <a:r>
              <a:rPr lang="fa-IR" dirty="0">
                <a:solidFill>
                  <a:schemeClr val="bg1"/>
                </a:solidFill>
                <a:cs typeface="B Titr" panose="00000700000000000000" pitchFamily="2" charset="-78"/>
              </a:rPr>
              <a:t>بالا</a:t>
            </a:r>
            <a:endParaRPr lang="en-US" dirty="0">
              <a:solidFill>
                <a:schemeClr val="bg1"/>
              </a:solidFill>
              <a:cs typeface="B Titr" panose="00000700000000000000" pitchFamily="2" charset="-78"/>
            </a:endParaRPr>
          </a:p>
        </p:txBody>
      </p:sp>
      <p:sp>
        <p:nvSpPr>
          <p:cNvPr id="24" name="TextBox 23">
            <a:extLst>
              <a:ext uri="{FF2B5EF4-FFF2-40B4-BE49-F238E27FC236}">
                <a16:creationId xmlns:a16="http://schemas.microsoft.com/office/drawing/2014/main" id="{F85629A9-7F87-4A2E-8482-6D47D695E865}"/>
              </a:ext>
            </a:extLst>
          </p:cNvPr>
          <p:cNvSpPr txBox="1"/>
          <p:nvPr/>
        </p:nvSpPr>
        <p:spPr>
          <a:xfrm>
            <a:off x="9941283" y="3639245"/>
            <a:ext cx="1646605" cy="369332"/>
          </a:xfrm>
          <a:prstGeom prst="rect">
            <a:avLst/>
          </a:prstGeom>
          <a:noFill/>
        </p:spPr>
        <p:txBody>
          <a:bodyPr wrap="none" rtlCol="0">
            <a:spAutoFit/>
          </a:bodyPr>
          <a:lstStyle/>
          <a:p>
            <a:r>
              <a:rPr lang="fa-IR" dirty="0">
                <a:solidFill>
                  <a:schemeClr val="tx2"/>
                </a:solidFill>
                <a:cs typeface="B Titr" panose="00000700000000000000" pitchFamily="2" charset="-78"/>
              </a:rPr>
              <a:t>پیچیدگی تجهیزات</a:t>
            </a:r>
            <a:endParaRPr lang="en-US" dirty="0">
              <a:solidFill>
                <a:schemeClr val="tx2"/>
              </a:solidFill>
              <a:cs typeface="B Titr" panose="00000700000000000000" pitchFamily="2" charset="-78"/>
            </a:endParaRPr>
          </a:p>
        </p:txBody>
      </p:sp>
      <p:sp>
        <p:nvSpPr>
          <p:cNvPr id="25" name="TextBox 24">
            <a:extLst>
              <a:ext uri="{FF2B5EF4-FFF2-40B4-BE49-F238E27FC236}">
                <a16:creationId xmlns:a16="http://schemas.microsoft.com/office/drawing/2014/main" id="{07D28944-4272-45AB-852D-2CF5F8D97BC8}"/>
              </a:ext>
            </a:extLst>
          </p:cNvPr>
          <p:cNvSpPr txBox="1"/>
          <p:nvPr/>
        </p:nvSpPr>
        <p:spPr>
          <a:xfrm>
            <a:off x="2065796" y="3639245"/>
            <a:ext cx="562975" cy="369332"/>
          </a:xfrm>
          <a:prstGeom prst="rect">
            <a:avLst/>
          </a:prstGeom>
          <a:noFill/>
        </p:spPr>
        <p:txBody>
          <a:bodyPr wrap="none" rtlCol="0">
            <a:spAutoFit/>
          </a:bodyPr>
          <a:lstStyle/>
          <a:p>
            <a:r>
              <a:rPr lang="fa-IR" dirty="0">
                <a:solidFill>
                  <a:schemeClr val="bg1"/>
                </a:solidFill>
                <a:cs typeface="B Titr" panose="00000700000000000000" pitchFamily="2" charset="-78"/>
              </a:rPr>
              <a:t>کمتر</a:t>
            </a:r>
            <a:endParaRPr lang="en-US" dirty="0">
              <a:solidFill>
                <a:schemeClr val="bg1"/>
              </a:solidFill>
              <a:cs typeface="B Titr" panose="00000700000000000000" pitchFamily="2" charset="-78"/>
            </a:endParaRPr>
          </a:p>
        </p:txBody>
      </p:sp>
      <p:sp>
        <p:nvSpPr>
          <p:cNvPr id="26" name="TextBox 25">
            <a:extLst>
              <a:ext uri="{FF2B5EF4-FFF2-40B4-BE49-F238E27FC236}">
                <a16:creationId xmlns:a16="http://schemas.microsoft.com/office/drawing/2014/main" id="{6DAD673D-A525-43D4-95C8-6B174D47F8C9}"/>
              </a:ext>
            </a:extLst>
          </p:cNvPr>
          <p:cNvSpPr txBox="1"/>
          <p:nvPr/>
        </p:nvSpPr>
        <p:spPr>
          <a:xfrm>
            <a:off x="7202353" y="3639245"/>
            <a:ext cx="609462" cy="369332"/>
          </a:xfrm>
          <a:prstGeom prst="rect">
            <a:avLst/>
          </a:prstGeom>
          <a:noFill/>
        </p:spPr>
        <p:txBody>
          <a:bodyPr wrap="none" rtlCol="0">
            <a:spAutoFit/>
          </a:bodyPr>
          <a:lstStyle/>
          <a:p>
            <a:r>
              <a:rPr lang="fa-IR" dirty="0">
                <a:solidFill>
                  <a:schemeClr val="bg1"/>
                </a:solidFill>
                <a:cs typeface="B Titr" panose="00000700000000000000" pitchFamily="2" charset="-78"/>
              </a:rPr>
              <a:t>بیشتر</a:t>
            </a:r>
            <a:endParaRPr lang="en-US" dirty="0">
              <a:solidFill>
                <a:schemeClr val="bg1"/>
              </a:solidFill>
              <a:cs typeface="B Titr" panose="00000700000000000000" pitchFamily="2" charset="-78"/>
            </a:endParaRPr>
          </a:p>
        </p:txBody>
      </p:sp>
      <p:sp>
        <p:nvSpPr>
          <p:cNvPr id="29" name="TextBox 4">
            <a:extLst>
              <a:ext uri="{FF2B5EF4-FFF2-40B4-BE49-F238E27FC236}">
                <a16:creationId xmlns:a16="http://schemas.microsoft.com/office/drawing/2014/main" id="{C28E92EC-0A57-406D-BD5E-783CF971B30B}"/>
              </a:ext>
            </a:extLst>
          </p:cNvPr>
          <p:cNvSpPr txBox="1"/>
          <p:nvPr/>
        </p:nvSpPr>
        <p:spPr>
          <a:xfrm>
            <a:off x="500342" y="6441358"/>
            <a:ext cx="2781300"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accent5"/>
                </a:solidFill>
              </a:rPr>
              <a:t>Presented by Pouya Tavakoli</a:t>
            </a:r>
          </a:p>
        </p:txBody>
      </p:sp>
      <p:sp>
        <p:nvSpPr>
          <p:cNvPr id="30" name="TextBox 29">
            <a:extLst>
              <a:ext uri="{FF2B5EF4-FFF2-40B4-BE49-F238E27FC236}">
                <a16:creationId xmlns:a16="http://schemas.microsoft.com/office/drawing/2014/main" id="{322AE79F-8F53-46FA-9DD8-EB74ADC1F45C}"/>
              </a:ext>
            </a:extLst>
          </p:cNvPr>
          <p:cNvSpPr txBox="1"/>
          <p:nvPr/>
        </p:nvSpPr>
        <p:spPr>
          <a:xfrm>
            <a:off x="10435347" y="6427086"/>
            <a:ext cx="1637489" cy="276999"/>
          </a:xfrm>
          <a:prstGeom prst="rect">
            <a:avLst/>
          </a:prstGeom>
          <a:noFill/>
        </p:spPr>
        <p:txBody>
          <a:bodyPr wrap="square">
            <a:spAutoFit/>
          </a:bodyPr>
          <a:lstStyle/>
          <a:p>
            <a:r>
              <a:rPr lang="en-US" sz="1200" dirty="0">
                <a:solidFill>
                  <a:schemeClr val="bg1"/>
                </a:solidFill>
              </a:rPr>
              <a:t>Book p.47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p:tgtEl>
                                          <p:spTgt spid="7"/>
                                        </p:tgtEl>
                                        <p:attrNameLst>
                                          <p:attrName>ppt_y</p:attrName>
                                        </p:attrNameLst>
                                      </p:cBhvr>
                                      <p:tavLst>
                                        <p:tav tm="0">
                                          <p:val>
                                            <p:strVal val="#ppt_y+#ppt_h*1.125000"/>
                                          </p:val>
                                        </p:tav>
                                        <p:tav tm="100000">
                                          <p:val>
                                            <p:strVal val="#ppt_y"/>
                                          </p:val>
                                        </p:tav>
                                      </p:tavLst>
                                    </p:anim>
                                    <p:animEffect transition="in" filter="wipe(up)">
                                      <p:cBhvr>
                                        <p:cTn id="8" dur="500"/>
                                        <p:tgtEl>
                                          <p:spTgt spid="7"/>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p:tgtEl>
                                          <p:spTgt spid="9"/>
                                        </p:tgtEl>
                                        <p:attrNameLst>
                                          <p:attrName>ppt_y</p:attrName>
                                        </p:attrNameLst>
                                      </p:cBhvr>
                                      <p:tavLst>
                                        <p:tav tm="0">
                                          <p:val>
                                            <p:strVal val="#ppt_y+#ppt_h*1.125000"/>
                                          </p:val>
                                        </p:tav>
                                        <p:tav tm="100000">
                                          <p:val>
                                            <p:strVal val="#ppt_y"/>
                                          </p:val>
                                        </p:tav>
                                      </p:tavLst>
                                    </p:anim>
                                    <p:animEffect transition="in" filter="wipe(up)">
                                      <p:cBhvr>
                                        <p:cTn id="12" dur="500"/>
                                        <p:tgtEl>
                                          <p:spTgt spid="9"/>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p:tgtEl>
                                          <p:spTgt spid="10"/>
                                        </p:tgtEl>
                                        <p:attrNameLst>
                                          <p:attrName>ppt_y</p:attrName>
                                        </p:attrNameLst>
                                      </p:cBhvr>
                                      <p:tavLst>
                                        <p:tav tm="0">
                                          <p:val>
                                            <p:strVal val="#ppt_y+#ppt_h*1.125000"/>
                                          </p:val>
                                        </p:tav>
                                        <p:tav tm="100000">
                                          <p:val>
                                            <p:strVal val="#ppt_y"/>
                                          </p:val>
                                        </p:tav>
                                      </p:tavLst>
                                    </p:anim>
                                    <p:animEffect transition="in" filter="wipe(up)">
                                      <p:cBhvr>
                                        <p:cTn id="16" dur="500"/>
                                        <p:tgtEl>
                                          <p:spTgt spid="10"/>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p:tgtEl>
                                          <p:spTgt spid="12"/>
                                        </p:tgtEl>
                                        <p:attrNameLst>
                                          <p:attrName>ppt_y</p:attrName>
                                        </p:attrNameLst>
                                      </p:cBhvr>
                                      <p:tavLst>
                                        <p:tav tm="0">
                                          <p:val>
                                            <p:strVal val="#ppt_y+#ppt_h*1.125000"/>
                                          </p:val>
                                        </p:tav>
                                        <p:tav tm="100000">
                                          <p:val>
                                            <p:strVal val="#ppt_y"/>
                                          </p:val>
                                        </p:tav>
                                      </p:tavLst>
                                    </p:anim>
                                    <p:animEffect transition="in" filter="wipe(up)">
                                      <p:cBhvr>
                                        <p:cTn id="20" dur="500"/>
                                        <p:tgtEl>
                                          <p:spTgt spid="12"/>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p:tgtEl>
                                          <p:spTgt spid="13"/>
                                        </p:tgtEl>
                                        <p:attrNameLst>
                                          <p:attrName>ppt_y</p:attrName>
                                        </p:attrNameLst>
                                      </p:cBhvr>
                                      <p:tavLst>
                                        <p:tav tm="0">
                                          <p:val>
                                            <p:strVal val="#ppt_y+#ppt_h*1.125000"/>
                                          </p:val>
                                        </p:tav>
                                        <p:tav tm="100000">
                                          <p:val>
                                            <p:strVal val="#ppt_y"/>
                                          </p:val>
                                        </p:tav>
                                      </p:tavLst>
                                    </p:anim>
                                    <p:animEffect transition="in" filter="wipe(up)">
                                      <p:cBhvr>
                                        <p:cTn id="24" dur="500"/>
                                        <p:tgtEl>
                                          <p:spTgt spid="13"/>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p:tgtEl>
                                          <p:spTgt spid="14"/>
                                        </p:tgtEl>
                                        <p:attrNameLst>
                                          <p:attrName>ppt_y</p:attrName>
                                        </p:attrNameLst>
                                      </p:cBhvr>
                                      <p:tavLst>
                                        <p:tav tm="0">
                                          <p:val>
                                            <p:strVal val="#ppt_y+#ppt_h*1.125000"/>
                                          </p:val>
                                        </p:tav>
                                        <p:tav tm="100000">
                                          <p:val>
                                            <p:strVal val="#ppt_y"/>
                                          </p:val>
                                        </p:tav>
                                      </p:tavLst>
                                    </p:anim>
                                    <p:animEffect transition="in" filter="wipe(up)">
                                      <p:cBhvr>
                                        <p:cTn id="28" dur="500"/>
                                        <p:tgtEl>
                                          <p:spTgt spid="14"/>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p:tgtEl>
                                          <p:spTgt spid="15"/>
                                        </p:tgtEl>
                                        <p:attrNameLst>
                                          <p:attrName>ppt_y</p:attrName>
                                        </p:attrNameLst>
                                      </p:cBhvr>
                                      <p:tavLst>
                                        <p:tav tm="0">
                                          <p:val>
                                            <p:strVal val="#ppt_y+#ppt_h*1.125000"/>
                                          </p:val>
                                        </p:tav>
                                        <p:tav tm="100000">
                                          <p:val>
                                            <p:strVal val="#ppt_y"/>
                                          </p:val>
                                        </p:tav>
                                      </p:tavLst>
                                    </p:anim>
                                    <p:animEffect transition="in" filter="wipe(up)">
                                      <p:cBhvr>
                                        <p:cTn id="32" dur="500"/>
                                        <p:tgtEl>
                                          <p:spTgt spid="15"/>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additive="base">
                                        <p:cTn id="35" dur="500"/>
                                        <p:tgtEl>
                                          <p:spTgt spid="16"/>
                                        </p:tgtEl>
                                        <p:attrNameLst>
                                          <p:attrName>ppt_y</p:attrName>
                                        </p:attrNameLst>
                                      </p:cBhvr>
                                      <p:tavLst>
                                        <p:tav tm="0">
                                          <p:val>
                                            <p:strVal val="#ppt_y+#ppt_h*1.125000"/>
                                          </p:val>
                                        </p:tav>
                                        <p:tav tm="100000">
                                          <p:val>
                                            <p:strVal val="#ppt_y"/>
                                          </p:val>
                                        </p:tav>
                                      </p:tavLst>
                                    </p:anim>
                                    <p:animEffect transition="in" filter="wipe(up)">
                                      <p:cBhvr>
                                        <p:cTn id="36" dur="500"/>
                                        <p:tgtEl>
                                          <p:spTgt spid="16"/>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 calcmode="lin" valueType="num">
                                      <p:cBhvr additive="base">
                                        <p:cTn id="39" dur="500"/>
                                        <p:tgtEl>
                                          <p:spTgt spid="17"/>
                                        </p:tgtEl>
                                        <p:attrNameLst>
                                          <p:attrName>ppt_y</p:attrName>
                                        </p:attrNameLst>
                                      </p:cBhvr>
                                      <p:tavLst>
                                        <p:tav tm="0">
                                          <p:val>
                                            <p:strVal val="#ppt_y+#ppt_h*1.125000"/>
                                          </p:val>
                                        </p:tav>
                                        <p:tav tm="100000">
                                          <p:val>
                                            <p:strVal val="#ppt_y"/>
                                          </p:val>
                                        </p:tav>
                                      </p:tavLst>
                                    </p:anim>
                                    <p:animEffect transition="in" filter="wipe(up)">
                                      <p:cBhvr>
                                        <p:cTn id="40" dur="500"/>
                                        <p:tgtEl>
                                          <p:spTgt spid="17"/>
                                        </p:tgtEl>
                                      </p:cBhvr>
                                    </p:animEffect>
                                  </p:childTnLst>
                                </p:cTn>
                              </p:par>
                              <p:par>
                                <p:cTn id="41" presetID="12" presetClass="entr" presetSubtype="4"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p:tgtEl>
                                          <p:spTgt spid="18"/>
                                        </p:tgtEl>
                                        <p:attrNameLst>
                                          <p:attrName>ppt_y</p:attrName>
                                        </p:attrNameLst>
                                      </p:cBhvr>
                                      <p:tavLst>
                                        <p:tav tm="0">
                                          <p:val>
                                            <p:strVal val="#ppt_y+#ppt_h*1.125000"/>
                                          </p:val>
                                        </p:tav>
                                        <p:tav tm="100000">
                                          <p:val>
                                            <p:strVal val="#ppt_y"/>
                                          </p:val>
                                        </p:tav>
                                      </p:tavLst>
                                    </p:anim>
                                    <p:animEffect transition="in" filter="wipe(up)">
                                      <p:cBhvr>
                                        <p:cTn id="44" dur="500"/>
                                        <p:tgtEl>
                                          <p:spTgt spid="18"/>
                                        </p:tgtEl>
                                      </p:cBhvr>
                                    </p:animEffect>
                                  </p:childTnLst>
                                </p:cTn>
                              </p:par>
                              <p:par>
                                <p:cTn id="45" presetID="12" presetClass="entr" presetSubtype="4"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additive="base">
                                        <p:cTn id="47" dur="500"/>
                                        <p:tgtEl>
                                          <p:spTgt spid="19"/>
                                        </p:tgtEl>
                                        <p:attrNameLst>
                                          <p:attrName>ppt_y</p:attrName>
                                        </p:attrNameLst>
                                      </p:cBhvr>
                                      <p:tavLst>
                                        <p:tav tm="0">
                                          <p:val>
                                            <p:strVal val="#ppt_y+#ppt_h*1.125000"/>
                                          </p:val>
                                        </p:tav>
                                        <p:tav tm="100000">
                                          <p:val>
                                            <p:strVal val="#ppt_y"/>
                                          </p:val>
                                        </p:tav>
                                      </p:tavLst>
                                    </p:anim>
                                    <p:animEffect transition="in" filter="wipe(up)">
                                      <p:cBhvr>
                                        <p:cTn id="48" dur="500"/>
                                        <p:tgtEl>
                                          <p:spTgt spid="19"/>
                                        </p:tgtEl>
                                      </p:cBhvr>
                                    </p:animEffect>
                                  </p:childTnLst>
                                </p:cTn>
                              </p:par>
                              <p:par>
                                <p:cTn id="49" presetID="12" presetClass="entr" presetSubtype="4"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p:tgtEl>
                                          <p:spTgt spid="20"/>
                                        </p:tgtEl>
                                        <p:attrNameLst>
                                          <p:attrName>ppt_y</p:attrName>
                                        </p:attrNameLst>
                                      </p:cBhvr>
                                      <p:tavLst>
                                        <p:tav tm="0">
                                          <p:val>
                                            <p:strVal val="#ppt_y+#ppt_h*1.125000"/>
                                          </p:val>
                                        </p:tav>
                                        <p:tav tm="100000">
                                          <p:val>
                                            <p:strVal val="#ppt_y"/>
                                          </p:val>
                                        </p:tav>
                                      </p:tavLst>
                                    </p:anim>
                                    <p:animEffect transition="in" filter="wipe(up)">
                                      <p:cBhvr>
                                        <p:cTn id="52" dur="500"/>
                                        <p:tgtEl>
                                          <p:spTgt spid="20"/>
                                        </p:tgtEl>
                                      </p:cBhvr>
                                    </p:animEffect>
                                  </p:childTnLst>
                                </p:cTn>
                              </p:par>
                              <p:par>
                                <p:cTn id="53" presetID="12" presetClass="entr" presetSubtype="4"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 calcmode="lin" valueType="num">
                                      <p:cBhvr additive="base">
                                        <p:cTn id="55" dur="500"/>
                                        <p:tgtEl>
                                          <p:spTgt spid="21"/>
                                        </p:tgtEl>
                                        <p:attrNameLst>
                                          <p:attrName>ppt_y</p:attrName>
                                        </p:attrNameLst>
                                      </p:cBhvr>
                                      <p:tavLst>
                                        <p:tav tm="0">
                                          <p:val>
                                            <p:strVal val="#ppt_y+#ppt_h*1.125000"/>
                                          </p:val>
                                        </p:tav>
                                        <p:tav tm="100000">
                                          <p:val>
                                            <p:strVal val="#ppt_y"/>
                                          </p:val>
                                        </p:tav>
                                      </p:tavLst>
                                    </p:anim>
                                    <p:animEffect transition="in" filter="wipe(up)">
                                      <p:cBhvr>
                                        <p:cTn id="56" dur="500"/>
                                        <p:tgtEl>
                                          <p:spTgt spid="21"/>
                                        </p:tgtEl>
                                      </p:cBhvr>
                                    </p:animEffect>
                                  </p:childTnLst>
                                </p:cTn>
                              </p:par>
                              <p:par>
                                <p:cTn id="57" presetID="12" presetClass="entr" presetSubtype="4"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 calcmode="lin" valueType="num">
                                      <p:cBhvr additive="base">
                                        <p:cTn id="59" dur="500"/>
                                        <p:tgtEl>
                                          <p:spTgt spid="22"/>
                                        </p:tgtEl>
                                        <p:attrNameLst>
                                          <p:attrName>ppt_y</p:attrName>
                                        </p:attrNameLst>
                                      </p:cBhvr>
                                      <p:tavLst>
                                        <p:tav tm="0">
                                          <p:val>
                                            <p:strVal val="#ppt_y+#ppt_h*1.125000"/>
                                          </p:val>
                                        </p:tav>
                                        <p:tav tm="100000">
                                          <p:val>
                                            <p:strVal val="#ppt_y"/>
                                          </p:val>
                                        </p:tav>
                                      </p:tavLst>
                                    </p:anim>
                                    <p:animEffect transition="in" filter="wipe(up)">
                                      <p:cBhvr>
                                        <p:cTn id="60" dur="500"/>
                                        <p:tgtEl>
                                          <p:spTgt spid="22"/>
                                        </p:tgtEl>
                                      </p:cBhvr>
                                    </p:animEffect>
                                  </p:childTnLst>
                                </p:cTn>
                              </p:par>
                              <p:par>
                                <p:cTn id="61" presetID="12" presetClass="entr" presetSubtype="4"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 calcmode="lin" valueType="num">
                                      <p:cBhvr additive="base">
                                        <p:cTn id="63" dur="500"/>
                                        <p:tgtEl>
                                          <p:spTgt spid="23"/>
                                        </p:tgtEl>
                                        <p:attrNameLst>
                                          <p:attrName>ppt_y</p:attrName>
                                        </p:attrNameLst>
                                      </p:cBhvr>
                                      <p:tavLst>
                                        <p:tav tm="0">
                                          <p:val>
                                            <p:strVal val="#ppt_y+#ppt_h*1.125000"/>
                                          </p:val>
                                        </p:tav>
                                        <p:tav tm="100000">
                                          <p:val>
                                            <p:strVal val="#ppt_y"/>
                                          </p:val>
                                        </p:tav>
                                      </p:tavLst>
                                    </p:anim>
                                    <p:animEffect transition="in" filter="wipe(up)">
                                      <p:cBhvr>
                                        <p:cTn id="64" dur="500"/>
                                        <p:tgtEl>
                                          <p:spTgt spid="23"/>
                                        </p:tgtEl>
                                      </p:cBhvr>
                                    </p:animEffect>
                                  </p:childTnLst>
                                </p:cTn>
                              </p:par>
                              <p:par>
                                <p:cTn id="65" presetID="12" presetClass="entr" presetSubtype="4"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 calcmode="lin" valueType="num">
                                      <p:cBhvr additive="base">
                                        <p:cTn id="67" dur="500"/>
                                        <p:tgtEl>
                                          <p:spTgt spid="24"/>
                                        </p:tgtEl>
                                        <p:attrNameLst>
                                          <p:attrName>ppt_y</p:attrName>
                                        </p:attrNameLst>
                                      </p:cBhvr>
                                      <p:tavLst>
                                        <p:tav tm="0">
                                          <p:val>
                                            <p:strVal val="#ppt_y+#ppt_h*1.125000"/>
                                          </p:val>
                                        </p:tav>
                                        <p:tav tm="100000">
                                          <p:val>
                                            <p:strVal val="#ppt_y"/>
                                          </p:val>
                                        </p:tav>
                                      </p:tavLst>
                                    </p:anim>
                                    <p:animEffect transition="in" filter="wipe(up)">
                                      <p:cBhvr>
                                        <p:cTn id="68" dur="500"/>
                                        <p:tgtEl>
                                          <p:spTgt spid="24"/>
                                        </p:tgtEl>
                                      </p:cBhvr>
                                    </p:animEffect>
                                  </p:childTnLst>
                                </p:cTn>
                              </p:par>
                              <p:par>
                                <p:cTn id="69" presetID="12" presetClass="entr" presetSubtype="4"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 calcmode="lin" valueType="num">
                                      <p:cBhvr additive="base">
                                        <p:cTn id="71" dur="500"/>
                                        <p:tgtEl>
                                          <p:spTgt spid="25"/>
                                        </p:tgtEl>
                                        <p:attrNameLst>
                                          <p:attrName>ppt_y</p:attrName>
                                        </p:attrNameLst>
                                      </p:cBhvr>
                                      <p:tavLst>
                                        <p:tav tm="0">
                                          <p:val>
                                            <p:strVal val="#ppt_y+#ppt_h*1.125000"/>
                                          </p:val>
                                        </p:tav>
                                        <p:tav tm="100000">
                                          <p:val>
                                            <p:strVal val="#ppt_y"/>
                                          </p:val>
                                        </p:tav>
                                      </p:tavLst>
                                    </p:anim>
                                    <p:animEffect transition="in" filter="wipe(up)">
                                      <p:cBhvr>
                                        <p:cTn id="72" dur="500"/>
                                        <p:tgtEl>
                                          <p:spTgt spid="25"/>
                                        </p:tgtEl>
                                      </p:cBhvr>
                                    </p:animEffect>
                                  </p:childTnLst>
                                </p:cTn>
                              </p:par>
                              <p:par>
                                <p:cTn id="73" presetID="12" presetClass="entr" presetSubtype="4"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 calcmode="lin" valueType="num">
                                      <p:cBhvr additive="base">
                                        <p:cTn id="75" dur="500"/>
                                        <p:tgtEl>
                                          <p:spTgt spid="26"/>
                                        </p:tgtEl>
                                        <p:attrNameLst>
                                          <p:attrName>ppt_y</p:attrName>
                                        </p:attrNameLst>
                                      </p:cBhvr>
                                      <p:tavLst>
                                        <p:tav tm="0">
                                          <p:val>
                                            <p:strVal val="#ppt_y+#ppt_h*1.125000"/>
                                          </p:val>
                                        </p:tav>
                                        <p:tav tm="100000">
                                          <p:val>
                                            <p:strVal val="#ppt_y"/>
                                          </p:val>
                                        </p:tav>
                                      </p:tavLst>
                                    </p:anim>
                                    <p:animEffect transition="in" filter="wipe(up)">
                                      <p:cBhvr>
                                        <p:cTn id="7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grpSp>
        <p:nvGrpSpPr>
          <p:cNvPr id="191" name="Google Shape;191;p19"/>
          <p:cNvGrpSpPr/>
          <p:nvPr/>
        </p:nvGrpSpPr>
        <p:grpSpPr>
          <a:xfrm>
            <a:off x="808814" y="446880"/>
            <a:ext cx="10782568" cy="5725320"/>
            <a:chOff x="0" y="-47625"/>
            <a:chExt cx="4259780" cy="2261855"/>
          </a:xfrm>
        </p:grpSpPr>
        <p:sp>
          <p:nvSpPr>
            <p:cNvPr id="192" name="Google Shape;192;p19"/>
            <p:cNvSpPr/>
            <p:nvPr/>
          </p:nvSpPr>
          <p:spPr>
            <a:xfrm>
              <a:off x="0" y="0"/>
              <a:ext cx="4259780" cy="2214230"/>
            </a:xfrm>
            <a:custGeom>
              <a:avLst/>
              <a:gdLst/>
              <a:ahLst/>
              <a:cxnLst/>
              <a:rect l="l" t="t" r="r" b="b"/>
              <a:pathLst>
                <a:path w="4259780" h="2214230" extrusionOk="0">
                  <a:moveTo>
                    <a:pt x="0" y="0"/>
                  </a:moveTo>
                  <a:lnTo>
                    <a:pt x="4259780" y="0"/>
                  </a:lnTo>
                  <a:lnTo>
                    <a:pt x="4259780" y="2214230"/>
                  </a:lnTo>
                  <a:lnTo>
                    <a:pt x="0" y="2214230"/>
                  </a:lnTo>
                  <a:close/>
                </a:path>
              </a:pathLst>
            </a:custGeom>
            <a:solidFill>
              <a:srgbClr val="000000">
                <a:alpha val="0"/>
              </a:srgbClr>
            </a:solidFill>
            <a:ln w="38100" cap="sq" cmpd="sng">
              <a:solidFill>
                <a:srgbClr val="71CBEF"/>
              </a:solidFill>
              <a:prstDash val="solid"/>
              <a:miter lim="8000"/>
              <a:headEnd type="none" w="sm" len="sm"/>
              <a:tailEnd type="none" w="sm" len="sm"/>
            </a:ln>
          </p:spPr>
        </p:sp>
        <p:sp>
          <p:nvSpPr>
            <p:cNvPr id="193" name="Google Shape;193;p19"/>
            <p:cNvSpPr txBox="1"/>
            <p:nvPr/>
          </p:nvSpPr>
          <p:spPr>
            <a:xfrm>
              <a:off x="0" y="-47625"/>
              <a:ext cx="812800" cy="860425"/>
            </a:xfrm>
            <a:prstGeom prst="rect">
              <a:avLst/>
            </a:prstGeom>
            <a:noFill/>
            <a:ln>
              <a:noFill/>
            </a:ln>
          </p:spPr>
          <p:txBody>
            <a:bodyPr spcFirstLastPara="1" wrap="square" lIns="33867" tIns="33867" rIns="33867" bIns="33867" anchor="ctr" anchorCtr="0">
              <a:noAutofit/>
            </a:bodyPr>
            <a:lstStyle/>
            <a:p>
              <a:pPr algn="ctr">
                <a:lnSpc>
                  <a:spcPct val="186611"/>
                </a:lnSpc>
              </a:pPr>
              <a:endParaRPr sz="1200">
                <a:solidFill>
                  <a:schemeClr val="dk1"/>
                </a:solidFill>
                <a:latin typeface="Calibri"/>
                <a:ea typeface="Calibri"/>
                <a:cs typeface="Calibri"/>
                <a:sym typeface="Calibri"/>
              </a:endParaRPr>
            </a:p>
          </p:txBody>
        </p:sp>
      </p:grpSp>
      <p:sp>
        <p:nvSpPr>
          <p:cNvPr id="197" name="Google Shape;197;p19"/>
          <p:cNvSpPr txBox="1"/>
          <p:nvPr/>
        </p:nvSpPr>
        <p:spPr>
          <a:xfrm>
            <a:off x="1923644" y="741254"/>
            <a:ext cx="8344711" cy="923330"/>
          </a:xfrm>
          <a:prstGeom prst="rect">
            <a:avLst/>
          </a:prstGeom>
          <a:noFill/>
          <a:ln>
            <a:noFill/>
          </a:ln>
        </p:spPr>
        <p:txBody>
          <a:bodyPr spcFirstLastPara="1" wrap="square" lIns="0" tIns="0" rIns="0" bIns="0" anchor="t" anchorCtr="0">
            <a:spAutoFit/>
          </a:bodyPr>
          <a:lstStyle/>
          <a:p>
            <a:pPr algn="ctr">
              <a:lnSpc>
                <a:spcPct val="120000"/>
              </a:lnSpc>
            </a:pPr>
            <a:r>
              <a:rPr lang="fa-IR" sz="5000" dirty="0">
                <a:solidFill>
                  <a:schemeClr val="tx2"/>
                </a:solidFill>
                <a:latin typeface="Archivo Black"/>
                <a:cs typeface="B Titr" panose="00000700000000000000" pitchFamily="2" charset="-78"/>
                <a:sym typeface="Archivo Black"/>
              </a:rPr>
              <a:t>اینرنت برنده جنگ دیجیتال اول </a:t>
            </a:r>
            <a:endParaRPr lang="en-US" sz="5000" dirty="0">
              <a:solidFill>
                <a:schemeClr val="tx2"/>
              </a:solidFill>
              <a:cs typeface="B Titr" panose="00000700000000000000" pitchFamily="2" charset="-78"/>
            </a:endParaRPr>
          </a:p>
        </p:txBody>
      </p:sp>
      <p:pic>
        <p:nvPicPr>
          <p:cNvPr id="4" name="Picture 3">
            <a:extLst>
              <a:ext uri="{FF2B5EF4-FFF2-40B4-BE49-F238E27FC236}">
                <a16:creationId xmlns:a16="http://schemas.microsoft.com/office/drawing/2014/main" id="{005F77FC-3CB1-4671-817B-DEB526ED8E44}"/>
              </a:ext>
            </a:extLst>
          </p:cNvPr>
          <p:cNvPicPr>
            <a:picLocks noChangeAspect="1"/>
          </p:cNvPicPr>
          <p:nvPr/>
        </p:nvPicPr>
        <p:blipFill>
          <a:blip r:embed="rId3"/>
          <a:stretch>
            <a:fillRect/>
          </a:stretch>
        </p:blipFill>
        <p:spPr>
          <a:xfrm>
            <a:off x="-1" y="2875567"/>
            <a:ext cx="12192000" cy="3868928"/>
          </a:xfrm>
          <a:prstGeom prst="rect">
            <a:avLst/>
          </a:prstGeom>
          <a:effectLst>
            <a:reflection blurRad="63500" stA="84000" endPos="23000" dist="50800" dir="5400000" sy="-100000" algn="bl" rotWithShape="0"/>
          </a:effectLst>
        </p:spPr>
      </p:pic>
      <p:sp>
        <p:nvSpPr>
          <p:cNvPr id="7" name="TextBox 4">
            <a:extLst>
              <a:ext uri="{FF2B5EF4-FFF2-40B4-BE49-F238E27FC236}">
                <a16:creationId xmlns:a16="http://schemas.microsoft.com/office/drawing/2014/main" id="{7DA31CE5-239B-4FBC-8101-DC586B3BB5C9}"/>
              </a:ext>
            </a:extLst>
          </p:cNvPr>
          <p:cNvSpPr txBox="1"/>
          <p:nvPr/>
        </p:nvSpPr>
        <p:spPr>
          <a:xfrm>
            <a:off x="500342" y="6441358"/>
            <a:ext cx="2781300"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accent5"/>
                </a:solidFill>
              </a:rPr>
              <a:t>Presented by Pouya Tavakoli</a:t>
            </a:r>
          </a:p>
        </p:txBody>
      </p:sp>
      <p:sp>
        <p:nvSpPr>
          <p:cNvPr id="8" name="TextBox 7">
            <a:extLst>
              <a:ext uri="{FF2B5EF4-FFF2-40B4-BE49-F238E27FC236}">
                <a16:creationId xmlns:a16="http://schemas.microsoft.com/office/drawing/2014/main" id="{EA23AD74-63FD-465F-906B-DF36F8152C82}"/>
              </a:ext>
            </a:extLst>
          </p:cNvPr>
          <p:cNvSpPr txBox="1"/>
          <p:nvPr/>
        </p:nvSpPr>
        <p:spPr>
          <a:xfrm>
            <a:off x="10435347" y="6427086"/>
            <a:ext cx="1637489" cy="276999"/>
          </a:xfrm>
          <a:prstGeom prst="rect">
            <a:avLst/>
          </a:prstGeom>
          <a:noFill/>
        </p:spPr>
        <p:txBody>
          <a:bodyPr wrap="square">
            <a:spAutoFit/>
          </a:bodyPr>
          <a:lstStyle/>
          <a:p>
            <a:r>
              <a:rPr lang="en-US" sz="1200" dirty="0">
                <a:solidFill>
                  <a:schemeClr val="bg1"/>
                </a:solidFill>
              </a:rPr>
              <a:t>Book p.4</a:t>
            </a:r>
            <a:r>
              <a:rPr lang="fa-IR" sz="1200" dirty="0">
                <a:solidFill>
                  <a:schemeClr val="bg1"/>
                </a:solidFill>
              </a:rPr>
              <a:t>7</a:t>
            </a:r>
            <a:endParaRPr lang="en-US" sz="1200" dirty="0">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pic>
        <p:nvPicPr>
          <p:cNvPr id="8" name="Picture 7">
            <a:extLst>
              <a:ext uri="{FF2B5EF4-FFF2-40B4-BE49-F238E27FC236}">
                <a16:creationId xmlns:a16="http://schemas.microsoft.com/office/drawing/2014/main" id="{1B7B6E81-59BA-4D1A-9D34-5302C4495B18}"/>
              </a:ext>
            </a:extLst>
          </p:cNvPr>
          <p:cNvPicPr>
            <a:picLocks noChangeAspect="1"/>
          </p:cNvPicPr>
          <p:nvPr/>
        </p:nvPicPr>
        <p:blipFill>
          <a:blip r:embed="rId3"/>
          <a:stretch>
            <a:fillRect/>
          </a:stretch>
        </p:blipFill>
        <p:spPr>
          <a:xfrm>
            <a:off x="8629" y="0"/>
            <a:ext cx="12192000" cy="6857999"/>
          </a:xfrm>
          <a:prstGeom prst="rect">
            <a:avLst/>
          </a:prstGeom>
        </p:spPr>
      </p:pic>
      <p:pic>
        <p:nvPicPr>
          <p:cNvPr id="9" name="Picture 8">
            <a:extLst>
              <a:ext uri="{FF2B5EF4-FFF2-40B4-BE49-F238E27FC236}">
                <a16:creationId xmlns:a16="http://schemas.microsoft.com/office/drawing/2014/main" id="{236E2A2B-2635-4E37-BD47-506AED5CFCA1}"/>
              </a:ext>
            </a:extLst>
          </p:cNvPr>
          <p:cNvPicPr>
            <a:picLocks noChangeAspect="1"/>
          </p:cNvPicPr>
          <p:nvPr/>
        </p:nvPicPr>
        <p:blipFill>
          <a:blip r:embed="rId4"/>
          <a:stretch>
            <a:fillRect/>
          </a:stretch>
        </p:blipFill>
        <p:spPr>
          <a:xfrm>
            <a:off x="505483" y="502666"/>
            <a:ext cx="11181033" cy="5852667"/>
          </a:xfrm>
          <a:prstGeom prst="rect">
            <a:avLst/>
          </a:prstGeom>
        </p:spPr>
      </p:pic>
      <p:sp>
        <p:nvSpPr>
          <p:cNvPr id="143" name="Google Shape;143;p16"/>
          <p:cNvSpPr txBox="1"/>
          <p:nvPr/>
        </p:nvSpPr>
        <p:spPr>
          <a:xfrm>
            <a:off x="2978927" y="899079"/>
            <a:ext cx="6029691" cy="923330"/>
          </a:xfrm>
          <a:prstGeom prst="rect">
            <a:avLst/>
          </a:prstGeom>
          <a:noFill/>
          <a:ln>
            <a:noFill/>
          </a:ln>
        </p:spPr>
        <p:txBody>
          <a:bodyPr spcFirstLastPara="1" wrap="square" lIns="0" tIns="0" rIns="0" bIns="0" anchor="t" anchorCtr="0">
            <a:spAutoFit/>
          </a:bodyPr>
          <a:lstStyle/>
          <a:p>
            <a:pPr algn="ctr" rtl="1">
              <a:lnSpc>
                <a:spcPct val="120000"/>
              </a:lnSpc>
            </a:pPr>
            <a:r>
              <a:rPr lang="fa-IR" sz="5000" dirty="0">
                <a:solidFill>
                  <a:schemeClr val="tx2"/>
                </a:solidFill>
                <a:latin typeface="+mj-lt"/>
                <a:cs typeface="B Titr" panose="00000700000000000000" pitchFamily="2" charset="-78"/>
                <a:sym typeface="Archivo Black"/>
              </a:rPr>
              <a:t>جنگ دیجیتال دوم</a:t>
            </a:r>
            <a:endParaRPr sz="5000" dirty="0">
              <a:solidFill>
                <a:schemeClr val="tx2"/>
              </a:solidFill>
              <a:latin typeface="+mj-lt"/>
              <a:cs typeface="B Titr" panose="00000700000000000000" pitchFamily="2" charset="-78"/>
            </a:endParaRPr>
          </a:p>
        </p:txBody>
      </p:sp>
      <p:grpSp>
        <p:nvGrpSpPr>
          <p:cNvPr id="139" name="Google Shape;139;p16"/>
          <p:cNvGrpSpPr/>
          <p:nvPr/>
        </p:nvGrpSpPr>
        <p:grpSpPr>
          <a:xfrm>
            <a:off x="521780" y="-8429663"/>
            <a:ext cx="11148437" cy="14630028"/>
            <a:chOff x="-989014" y="-47625"/>
            <a:chExt cx="4404321" cy="5779765"/>
          </a:xfrm>
        </p:grpSpPr>
        <p:sp>
          <p:nvSpPr>
            <p:cNvPr id="140" name="Google Shape;140;p16"/>
            <p:cNvSpPr/>
            <p:nvPr/>
          </p:nvSpPr>
          <p:spPr>
            <a:xfrm>
              <a:off x="-989014" y="3564673"/>
              <a:ext cx="4404321" cy="2167467"/>
            </a:xfrm>
            <a:custGeom>
              <a:avLst/>
              <a:gdLst/>
              <a:ahLst/>
              <a:cxnLst/>
              <a:rect l="l" t="t" r="r" b="b"/>
              <a:pathLst>
                <a:path w="4404321" h="2167467" extrusionOk="0">
                  <a:moveTo>
                    <a:pt x="0" y="0"/>
                  </a:moveTo>
                  <a:lnTo>
                    <a:pt x="4404321" y="0"/>
                  </a:lnTo>
                  <a:lnTo>
                    <a:pt x="4404321" y="2167467"/>
                  </a:lnTo>
                  <a:lnTo>
                    <a:pt x="0" y="2167467"/>
                  </a:lnTo>
                  <a:close/>
                </a:path>
              </a:pathLst>
            </a:custGeom>
            <a:solidFill>
              <a:srgbClr val="000000">
                <a:alpha val="0"/>
              </a:srgbClr>
            </a:solidFill>
            <a:ln w="38100" cap="sq" cmpd="sng">
              <a:solidFill>
                <a:srgbClr val="71CBEF"/>
              </a:solidFill>
              <a:prstDash val="solid"/>
              <a:miter lim="8000"/>
              <a:headEnd type="none" w="sm" len="sm"/>
              <a:tailEnd type="none" w="sm" len="sm"/>
            </a:ln>
          </p:spPr>
          <p:txBody>
            <a:bodyPr/>
            <a:lstStyle/>
            <a:p>
              <a:endParaRPr lang="en-US" dirty="0"/>
            </a:p>
          </p:txBody>
        </p:sp>
        <p:sp>
          <p:nvSpPr>
            <p:cNvPr id="141" name="Google Shape;141;p16"/>
            <p:cNvSpPr txBox="1"/>
            <p:nvPr/>
          </p:nvSpPr>
          <p:spPr>
            <a:xfrm>
              <a:off x="0" y="-47625"/>
              <a:ext cx="812800" cy="860425"/>
            </a:xfrm>
            <a:prstGeom prst="rect">
              <a:avLst/>
            </a:prstGeom>
            <a:noFill/>
            <a:ln>
              <a:noFill/>
            </a:ln>
          </p:spPr>
          <p:txBody>
            <a:bodyPr spcFirstLastPara="1" wrap="square" lIns="33867" tIns="33867" rIns="33867" bIns="33867" anchor="ctr" anchorCtr="0">
              <a:noAutofit/>
            </a:bodyPr>
            <a:lstStyle/>
            <a:p>
              <a:pPr algn="ctr">
                <a:lnSpc>
                  <a:spcPct val="186611"/>
                </a:lnSpc>
              </a:pPr>
              <a:endParaRPr sz="1200">
                <a:solidFill>
                  <a:srgbClr val="0F1A38"/>
                </a:solidFill>
                <a:latin typeface="Calibri"/>
                <a:ea typeface="Calibri"/>
                <a:cs typeface="Calibri"/>
                <a:sym typeface="Calibri"/>
              </a:endParaRPr>
            </a:p>
          </p:txBody>
        </p:sp>
      </p:grpSp>
      <p:cxnSp>
        <p:nvCxnSpPr>
          <p:cNvPr id="16" name="Google Shape;206;p20">
            <a:extLst>
              <a:ext uri="{FF2B5EF4-FFF2-40B4-BE49-F238E27FC236}">
                <a16:creationId xmlns:a16="http://schemas.microsoft.com/office/drawing/2014/main" id="{45809A28-9879-43E8-AFF2-D9576D66CC8C}"/>
              </a:ext>
            </a:extLst>
          </p:cNvPr>
          <p:cNvCxnSpPr>
            <a:cxnSpLocks/>
          </p:cNvCxnSpPr>
          <p:nvPr/>
        </p:nvCxnSpPr>
        <p:spPr>
          <a:xfrm>
            <a:off x="1533931" y="4354928"/>
            <a:ext cx="9141397" cy="4125"/>
          </a:xfrm>
          <a:prstGeom prst="straightConnector1">
            <a:avLst/>
          </a:prstGeom>
          <a:noFill/>
          <a:ln w="47625" cap="flat" cmpd="sng">
            <a:solidFill>
              <a:srgbClr val="71CBEF"/>
            </a:solidFill>
            <a:prstDash val="solid"/>
            <a:round/>
            <a:headEnd type="none" w="sm" len="sm"/>
            <a:tailEnd type="none" w="sm" len="sm"/>
          </a:ln>
        </p:spPr>
      </p:cxnSp>
      <p:sp>
        <p:nvSpPr>
          <p:cNvPr id="17" name="Google Shape;207;p20">
            <a:extLst>
              <a:ext uri="{FF2B5EF4-FFF2-40B4-BE49-F238E27FC236}">
                <a16:creationId xmlns:a16="http://schemas.microsoft.com/office/drawing/2014/main" id="{9D95D870-3422-49BA-9187-9E8FFE0EDC85}"/>
              </a:ext>
            </a:extLst>
          </p:cNvPr>
          <p:cNvSpPr/>
          <p:nvPr/>
        </p:nvSpPr>
        <p:spPr>
          <a:xfrm>
            <a:off x="2019641" y="3699280"/>
            <a:ext cx="1279546" cy="1279546"/>
          </a:xfrm>
          <a:custGeom>
            <a:avLst/>
            <a:gdLst/>
            <a:ahLst/>
            <a:cxnLst/>
            <a:rect l="l" t="t" r="r" b="b"/>
            <a:pathLst>
              <a:path w="6350000" h="6350000" extrusionOk="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1CBEF"/>
          </a:solidFill>
          <a:ln>
            <a:noFill/>
          </a:ln>
        </p:spPr>
        <p:txBody>
          <a:bodyPr spcFirstLastPara="1" wrap="square" lIns="60950" tIns="60950" rIns="60950" bIns="60950" anchor="ctr" anchorCtr="0">
            <a:noAutofit/>
          </a:bodyPr>
          <a:lstStyle/>
          <a:p>
            <a:endParaRPr sz="1200">
              <a:solidFill>
                <a:srgbClr val="71CBEF"/>
              </a:solidFill>
            </a:endParaRPr>
          </a:p>
        </p:txBody>
      </p:sp>
      <p:sp>
        <p:nvSpPr>
          <p:cNvPr id="18" name="Google Shape;208;p20">
            <a:extLst>
              <a:ext uri="{FF2B5EF4-FFF2-40B4-BE49-F238E27FC236}">
                <a16:creationId xmlns:a16="http://schemas.microsoft.com/office/drawing/2014/main" id="{C957A3D4-FE5B-4520-9286-2E7E1386FFA2}"/>
              </a:ext>
            </a:extLst>
          </p:cNvPr>
          <p:cNvSpPr/>
          <p:nvPr/>
        </p:nvSpPr>
        <p:spPr>
          <a:xfrm>
            <a:off x="4306563" y="3699280"/>
            <a:ext cx="1279546" cy="1279546"/>
          </a:xfrm>
          <a:custGeom>
            <a:avLst/>
            <a:gdLst/>
            <a:ahLst/>
            <a:cxnLst/>
            <a:rect l="l" t="t" r="r" b="b"/>
            <a:pathLst>
              <a:path w="6350000" h="6350000" extrusionOk="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1CBEF"/>
          </a:solidFill>
          <a:ln>
            <a:noFill/>
          </a:ln>
        </p:spPr>
        <p:txBody>
          <a:bodyPr spcFirstLastPara="1" wrap="square" lIns="60950" tIns="60950" rIns="60950" bIns="60950" anchor="ctr" anchorCtr="0">
            <a:noAutofit/>
          </a:bodyPr>
          <a:lstStyle/>
          <a:p>
            <a:endParaRPr sz="1200"/>
          </a:p>
        </p:txBody>
      </p:sp>
      <p:sp>
        <p:nvSpPr>
          <p:cNvPr id="19" name="Google Shape;209;p20">
            <a:extLst>
              <a:ext uri="{FF2B5EF4-FFF2-40B4-BE49-F238E27FC236}">
                <a16:creationId xmlns:a16="http://schemas.microsoft.com/office/drawing/2014/main" id="{0FC04D73-843D-43B6-8CBE-5897A8B5ACD9}"/>
              </a:ext>
            </a:extLst>
          </p:cNvPr>
          <p:cNvSpPr/>
          <p:nvPr/>
        </p:nvSpPr>
        <p:spPr>
          <a:xfrm>
            <a:off x="6593486" y="3699280"/>
            <a:ext cx="1279546" cy="1279546"/>
          </a:xfrm>
          <a:custGeom>
            <a:avLst/>
            <a:gdLst/>
            <a:ahLst/>
            <a:cxnLst/>
            <a:rect l="l" t="t" r="r" b="b"/>
            <a:pathLst>
              <a:path w="6350000" h="6350000" extrusionOk="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1CBEF"/>
          </a:solidFill>
          <a:ln>
            <a:noFill/>
          </a:ln>
        </p:spPr>
        <p:txBody>
          <a:bodyPr spcFirstLastPara="1" wrap="square" lIns="60950" tIns="60950" rIns="60950" bIns="60950" anchor="ctr" anchorCtr="0">
            <a:noAutofit/>
          </a:bodyPr>
          <a:lstStyle/>
          <a:p>
            <a:endParaRPr sz="1200"/>
          </a:p>
        </p:txBody>
      </p:sp>
      <p:sp>
        <p:nvSpPr>
          <p:cNvPr id="20" name="Google Shape;210;p20">
            <a:extLst>
              <a:ext uri="{FF2B5EF4-FFF2-40B4-BE49-F238E27FC236}">
                <a16:creationId xmlns:a16="http://schemas.microsoft.com/office/drawing/2014/main" id="{AA7561E2-FD8C-4C3B-970D-B375BEBC798A}"/>
              </a:ext>
            </a:extLst>
          </p:cNvPr>
          <p:cNvSpPr/>
          <p:nvPr/>
        </p:nvSpPr>
        <p:spPr>
          <a:xfrm>
            <a:off x="8880409" y="3699280"/>
            <a:ext cx="1279546" cy="1279546"/>
          </a:xfrm>
          <a:custGeom>
            <a:avLst/>
            <a:gdLst/>
            <a:ahLst/>
            <a:cxnLst/>
            <a:rect l="l" t="t" r="r" b="b"/>
            <a:pathLst>
              <a:path w="6350000" h="6350000" extrusionOk="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1CBEF"/>
          </a:solidFill>
          <a:ln>
            <a:noFill/>
          </a:ln>
        </p:spPr>
        <p:txBody>
          <a:bodyPr spcFirstLastPara="1" wrap="square" lIns="60950" tIns="60950" rIns="60950" bIns="60950" anchor="ctr" anchorCtr="0">
            <a:noAutofit/>
          </a:bodyPr>
          <a:lstStyle/>
          <a:p>
            <a:pPr algn="ctr"/>
            <a:r>
              <a:rPr lang="en-US" sz="3500" b="1" dirty="0">
                <a:solidFill>
                  <a:schemeClr val="bg1"/>
                </a:solidFill>
              </a:rPr>
              <a:t>1G</a:t>
            </a:r>
            <a:endParaRPr sz="3500" b="1" dirty="0">
              <a:solidFill>
                <a:schemeClr val="bg1"/>
              </a:solidFill>
            </a:endParaRPr>
          </a:p>
        </p:txBody>
      </p:sp>
      <p:grpSp>
        <p:nvGrpSpPr>
          <p:cNvPr id="21" name="Google Shape;212;p20">
            <a:extLst>
              <a:ext uri="{FF2B5EF4-FFF2-40B4-BE49-F238E27FC236}">
                <a16:creationId xmlns:a16="http://schemas.microsoft.com/office/drawing/2014/main" id="{863F80CF-00E5-4824-8D2C-8FCC0280D7F8}"/>
              </a:ext>
            </a:extLst>
          </p:cNvPr>
          <p:cNvGrpSpPr/>
          <p:nvPr/>
        </p:nvGrpSpPr>
        <p:grpSpPr>
          <a:xfrm>
            <a:off x="1803340" y="5256444"/>
            <a:ext cx="1884321" cy="931103"/>
            <a:chOff x="0" y="9525"/>
            <a:chExt cx="3768642" cy="1862206"/>
          </a:xfrm>
        </p:grpSpPr>
        <p:sp>
          <p:nvSpPr>
            <p:cNvPr id="22" name="Google Shape;213;p20">
              <a:extLst>
                <a:ext uri="{FF2B5EF4-FFF2-40B4-BE49-F238E27FC236}">
                  <a16:creationId xmlns:a16="http://schemas.microsoft.com/office/drawing/2014/main" id="{4CC833B1-75DD-458D-944A-EDE9D3AEC5B3}"/>
                </a:ext>
              </a:extLst>
            </p:cNvPr>
            <p:cNvSpPr txBox="1"/>
            <p:nvPr/>
          </p:nvSpPr>
          <p:spPr>
            <a:xfrm>
              <a:off x="0" y="9525"/>
              <a:ext cx="3768642" cy="1293174"/>
            </a:xfrm>
            <a:prstGeom prst="rect">
              <a:avLst/>
            </a:prstGeom>
            <a:noFill/>
            <a:ln>
              <a:noFill/>
            </a:ln>
          </p:spPr>
          <p:txBody>
            <a:bodyPr spcFirstLastPara="1" wrap="square" lIns="0" tIns="0" rIns="0" bIns="0" anchor="t" anchorCtr="0">
              <a:spAutoFit/>
            </a:bodyPr>
            <a:lstStyle/>
            <a:p>
              <a:pPr algn="ctr">
                <a:lnSpc>
                  <a:spcPct val="119984"/>
                </a:lnSpc>
              </a:pPr>
              <a:r>
                <a:rPr lang="fa-IR" sz="1751" dirty="0">
                  <a:solidFill>
                    <a:schemeClr val="tx2"/>
                  </a:solidFill>
                  <a:latin typeface="Arial"/>
                  <a:ea typeface="Arial"/>
                  <a:cs typeface="B Titr" panose="00000700000000000000" pitchFamily="2" charset="-78"/>
                  <a:sym typeface="Arial"/>
                </a:rPr>
                <a:t>رویای ارتباط سیار      بی سیم</a:t>
              </a:r>
              <a:endParaRPr sz="1200" dirty="0">
                <a:solidFill>
                  <a:schemeClr val="tx2"/>
                </a:solidFill>
                <a:cs typeface="B Titr" panose="00000700000000000000" pitchFamily="2" charset="-78"/>
              </a:endParaRPr>
            </a:p>
          </p:txBody>
        </p:sp>
        <p:sp>
          <p:nvSpPr>
            <p:cNvPr id="23" name="Google Shape;214;p20">
              <a:extLst>
                <a:ext uri="{FF2B5EF4-FFF2-40B4-BE49-F238E27FC236}">
                  <a16:creationId xmlns:a16="http://schemas.microsoft.com/office/drawing/2014/main" id="{C4E5D7EE-9216-4766-A898-ACA7C7AF1262}"/>
                </a:ext>
              </a:extLst>
            </p:cNvPr>
            <p:cNvSpPr txBox="1"/>
            <p:nvPr/>
          </p:nvSpPr>
          <p:spPr>
            <a:xfrm>
              <a:off x="80094" y="1268489"/>
              <a:ext cx="3608450" cy="603242"/>
            </a:xfrm>
            <a:prstGeom prst="rect">
              <a:avLst/>
            </a:prstGeom>
            <a:noFill/>
            <a:ln>
              <a:noFill/>
            </a:ln>
          </p:spPr>
          <p:txBody>
            <a:bodyPr spcFirstLastPara="1" wrap="square" lIns="0" tIns="0" rIns="0" bIns="0" anchor="t" anchorCtr="0">
              <a:spAutoFit/>
            </a:bodyPr>
            <a:lstStyle/>
            <a:p>
              <a:pPr algn="ctr" rtl="1">
                <a:lnSpc>
                  <a:spcPct val="140119"/>
                </a:lnSpc>
              </a:pPr>
              <a:r>
                <a:rPr lang="en-US" sz="1400" b="1" dirty="0">
                  <a:solidFill>
                    <a:schemeClr val="bg1"/>
                  </a:solidFill>
                  <a:cs typeface="B Titr" panose="00000700000000000000" pitchFamily="2" charset="-78"/>
                </a:rPr>
                <a:t>1900</a:t>
              </a:r>
              <a:endParaRPr sz="1400" dirty="0">
                <a:solidFill>
                  <a:schemeClr val="bg1"/>
                </a:solidFill>
                <a:cs typeface="B Titr" panose="00000700000000000000" pitchFamily="2" charset="-78"/>
              </a:endParaRPr>
            </a:p>
          </p:txBody>
        </p:sp>
      </p:grpSp>
      <p:grpSp>
        <p:nvGrpSpPr>
          <p:cNvPr id="24" name="Google Shape;215;p20">
            <a:extLst>
              <a:ext uri="{FF2B5EF4-FFF2-40B4-BE49-F238E27FC236}">
                <a16:creationId xmlns:a16="http://schemas.microsoft.com/office/drawing/2014/main" id="{BE501DD9-151D-47CA-AE14-AEA6AFB8B1B3}"/>
              </a:ext>
            </a:extLst>
          </p:cNvPr>
          <p:cNvGrpSpPr/>
          <p:nvPr/>
        </p:nvGrpSpPr>
        <p:grpSpPr>
          <a:xfrm>
            <a:off x="4004175" y="5246881"/>
            <a:ext cx="1884321" cy="919481"/>
            <a:chOff x="0" y="9525"/>
            <a:chExt cx="3768642" cy="1838962"/>
          </a:xfrm>
        </p:grpSpPr>
        <p:sp>
          <p:nvSpPr>
            <p:cNvPr id="25" name="Google Shape;216;p20">
              <a:extLst>
                <a:ext uri="{FF2B5EF4-FFF2-40B4-BE49-F238E27FC236}">
                  <a16:creationId xmlns:a16="http://schemas.microsoft.com/office/drawing/2014/main" id="{2621CC97-4650-4265-8E34-2BBAAE628F97}"/>
                </a:ext>
              </a:extLst>
            </p:cNvPr>
            <p:cNvSpPr txBox="1"/>
            <p:nvPr/>
          </p:nvSpPr>
          <p:spPr>
            <a:xfrm>
              <a:off x="0" y="9525"/>
              <a:ext cx="3768642" cy="1293174"/>
            </a:xfrm>
            <a:prstGeom prst="rect">
              <a:avLst/>
            </a:prstGeom>
            <a:noFill/>
            <a:ln>
              <a:noFill/>
            </a:ln>
          </p:spPr>
          <p:txBody>
            <a:bodyPr spcFirstLastPara="1" wrap="square" lIns="0" tIns="0" rIns="0" bIns="0" anchor="t" anchorCtr="0">
              <a:spAutoFit/>
            </a:bodyPr>
            <a:lstStyle/>
            <a:p>
              <a:pPr algn="ctr">
                <a:lnSpc>
                  <a:spcPct val="119984"/>
                </a:lnSpc>
              </a:pPr>
              <a:r>
                <a:rPr lang="fa-IR" sz="1751" dirty="0">
                  <a:solidFill>
                    <a:schemeClr val="tx2"/>
                  </a:solidFill>
                  <a:latin typeface="Arial"/>
                  <a:cs typeface="B Titr" panose="00000700000000000000" pitchFamily="2" charset="-78"/>
                  <a:sym typeface="Arial"/>
                </a:rPr>
                <a:t>نخستین سامانه ارتباطات سیار</a:t>
              </a:r>
              <a:endParaRPr sz="1200" dirty="0">
                <a:solidFill>
                  <a:schemeClr val="tx2"/>
                </a:solidFill>
                <a:cs typeface="B Titr" panose="00000700000000000000" pitchFamily="2" charset="-78"/>
              </a:endParaRPr>
            </a:p>
          </p:txBody>
        </p:sp>
        <p:sp>
          <p:nvSpPr>
            <p:cNvPr id="26" name="Google Shape;217;p20">
              <a:extLst>
                <a:ext uri="{FF2B5EF4-FFF2-40B4-BE49-F238E27FC236}">
                  <a16:creationId xmlns:a16="http://schemas.microsoft.com/office/drawing/2014/main" id="{ACE81E1E-7DB1-49D7-B494-CFAB2539A8A9}"/>
                </a:ext>
              </a:extLst>
            </p:cNvPr>
            <p:cNvSpPr txBox="1"/>
            <p:nvPr/>
          </p:nvSpPr>
          <p:spPr>
            <a:xfrm>
              <a:off x="80094" y="1245245"/>
              <a:ext cx="3608450" cy="603242"/>
            </a:xfrm>
            <a:prstGeom prst="rect">
              <a:avLst/>
            </a:prstGeom>
            <a:noFill/>
            <a:ln>
              <a:noFill/>
            </a:ln>
          </p:spPr>
          <p:txBody>
            <a:bodyPr spcFirstLastPara="1" wrap="square" lIns="0" tIns="0" rIns="0" bIns="0" anchor="t" anchorCtr="0">
              <a:spAutoFit/>
            </a:bodyPr>
            <a:lstStyle/>
            <a:p>
              <a:pPr algn="ctr" rtl="1">
                <a:lnSpc>
                  <a:spcPct val="140119"/>
                </a:lnSpc>
              </a:pPr>
              <a:r>
                <a:rPr lang="en-US" sz="1400" b="1" dirty="0">
                  <a:solidFill>
                    <a:schemeClr val="bg1"/>
                  </a:solidFill>
                  <a:cs typeface="B Titr" panose="00000700000000000000" pitchFamily="2" charset="-78"/>
                </a:rPr>
                <a:t>1946</a:t>
              </a:r>
              <a:endParaRPr sz="1400" b="1" dirty="0">
                <a:solidFill>
                  <a:schemeClr val="bg1"/>
                </a:solidFill>
                <a:cs typeface="B Titr" panose="00000700000000000000" pitchFamily="2" charset="-78"/>
              </a:endParaRPr>
            </a:p>
          </p:txBody>
        </p:sp>
      </p:grpSp>
      <p:grpSp>
        <p:nvGrpSpPr>
          <p:cNvPr id="27" name="Google Shape;218;p20">
            <a:extLst>
              <a:ext uri="{FF2B5EF4-FFF2-40B4-BE49-F238E27FC236}">
                <a16:creationId xmlns:a16="http://schemas.microsoft.com/office/drawing/2014/main" id="{31FBF37C-85B9-45E5-B8E9-B7D74AFBFC1A}"/>
              </a:ext>
            </a:extLst>
          </p:cNvPr>
          <p:cNvGrpSpPr/>
          <p:nvPr/>
        </p:nvGrpSpPr>
        <p:grpSpPr>
          <a:xfrm>
            <a:off x="6406421" y="5256444"/>
            <a:ext cx="1884321" cy="943921"/>
            <a:chOff x="0" y="9525"/>
            <a:chExt cx="3768642" cy="1887843"/>
          </a:xfrm>
        </p:grpSpPr>
        <p:sp>
          <p:nvSpPr>
            <p:cNvPr id="28" name="Google Shape;219;p20">
              <a:extLst>
                <a:ext uri="{FF2B5EF4-FFF2-40B4-BE49-F238E27FC236}">
                  <a16:creationId xmlns:a16="http://schemas.microsoft.com/office/drawing/2014/main" id="{5464B56A-8224-4B46-AA65-74467D1327A2}"/>
                </a:ext>
              </a:extLst>
            </p:cNvPr>
            <p:cNvSpPr txBox="1"/>
            <p:nvPr/>
          </p:nvSpPr>
          <p:spPr>
            <a:xfrm>
              <a:off x="0" y="9525"/>
              <a:ext cx="3768642" cy="1293175"/>
            </a:xfrm>
            <a:prstGeom prst="rect">
              <a:avLst/>
            </a:prstGeom>
            <a:noFill/>
            <a:ln>
              <a:noFill/>
            </a:ln>
          </p:spPr>
          <p:txBody>
            <a:bodyPr spcFirstLastPara="1" wrap="square" lIns="0" tIns="0" rIns="0" bIns="0" anchor="t" anchorCtr="0">
              <a:spAutoFit/>
            </a:bodyPr>
            <a:lstStyle/>
            <a:p>
              <a:pPr algn="ctr" rtl="1">
                <a:lnSpc>
                  <a:spcPct val="119984"/>
                </a:lnSpc>
              </a:pPr>
              <a:r>
                <a:rPr lang="fa-IR" sz="1751" dirty="0">
                  <a:solidFill>
                    <a:schemeClr val="tx2"/>
                  </a:solidFill>
                  <a:latin typeface="Arial"/>
                  <a:ea typeface="Arial"/>
                  <a:cs typeface="B Titr" panose="00000700000000000000" pitchFamily="2" charset="-78"/>
                  <a:sym typeface="Arial"/>
                </a:rPr>
                <a:t>نخستین تلفن همراه قابل حمل</a:t>
              </a:r>
              <a:endParaRPr lang="en-US" sz="1200" dirty="0">
                <a:solidFill>
                  <a:schemeClr val="tx2"/>
                </a:solidFill>
                <a:cs typeface="B Titr" panose="00000700000000000000" pitchFamily="2" charset="-78"/>
              </a:endParaRPr>
            </a:p>
          </p:txBody>
        </p:sp>
        <p:sp>
          <p:nvSpPr>
            <p:cNvPr id="29" name="Google Shape;220;p20">
              <a:extLst>
                <a:ext uri="{FF2B5EF4-FFF2-40B4-BE49-F238E27FC236}">
                  <a16:creationId xmlns:a16="http://schemas.microsoft.com/office/drawing/2014/main" id="{C9E6C313-5671-49D1-A3A0-9EF91D4348FA}"/>
                </a:ext>
              </a:extLst>
            </p:cNvPr>
            <p:cNvSpPr txBox="1"/>
            <p:nvPr/>
          </p:nvSpPr>
          <p:spPr>
            <a:xfrm>
              <a:off x="80098" y="1294126"/>
              <a:ext cx="3608450" cy="603242"/>
            </a:xfrm>
            <a:prstGeom prst="rect">
              <a:avLst/>
            </a:prstGeom>
            <a:noFill/>
            <a:ln>
              <a:noFill/>
            </a:ln>
          </p:spPr>
          <p:txBody>
            <a:bodyPr spcFirstLastPara="1" wrap="square" lIns="0" tIns="0" rIns="0" bIns="0" anchor="t" anchorCtr="0">
              <a:spAutoFit/>
            </a:bodyPr>
            <a:lstStyle/>
            <a:p>
              <a:pPr algn="ctr" rtl="1">
                <a:lnSpc>
                  <a:spcPct val="140119"/>
                </a:lnSpc>
              </a:pPr>
              <a:r>
                <a:rPr lang="en-US" sz="1400" b="1" dirty="0">
                  <a:solidFill>
                    <a:schemeClr val="bg1"/>
                  </a:solidFill>
                  <a:cs typeface="B Titr" panose="00000700000000000000" pitchFamily="2" charset="-78"/>
                </a:rPr>
                <a:t>1973</a:t>
              </a:r>
              <a:endParaRPr sz="1400" b="1" dirty="0">
                <a:solidFill>
                  <a:schemeClr val="bg1"/>
                </a:solidFill>
                <a:cs typeface="B Titr" panose="00000700000000000000" pitchFamily="2" charset="-78"/>
              </a:endParaRPr>
            </a:p>
          </p:txBody>
        </p:sp>
      </p:grpSp>
      <p:grpSp>
        <p:nvGrpSpPr>
          <p:cNvPr id="30" name="Google Shape;221;p20">
            <a:extLst>
              <a:ext uri="{FF2B5EF4-FFF2-40B4-BE49-F238E27FC236}">
                <a16:creationId xmlns:a16="http://schemas.microsoft.com/office/drawing/2014/main" id="{31B12B08-B317-4B79-B337-CAFAAAC61CC3}"/>
              </a:ext>
            </a:extLst>
          </p:cNvPr>
          <p:cNvGrpSpPr/>
          <p:nvPr/>
        </p:nvGrpSpPr>
        <p:grpSpPr>
          <a:xfrm>
            <a:off x="8707962" y="5256444"/>
            <a:ext cx="1884321" cy="948208"/>
            <a:chOff x="0" y="9525"/>
            <a:chExt cx="3768642" cy="1896416"/>
          </a:xfrm>
        </p:grpSpPr>
        <p:sp>
          <p:nvSpPr>
            <p:cNvPr id="31" name="Google Shape;222;p20">
              <a:extLst>
                <a:ext uri="{FF2B5EF4-FFF2-40B4-BE49-F238E27FC236}">
                  <a16:creationId xmlns:a16="http://schemas.microsoft.com/office/drawing/2014/main" id="{869AACDF-2DE9-4456-8964-22C271890902}"/>
                </a:ext>
              </a:extLst>
            </p:cNvPr>
            <p:cNvSpPr txBox="1"/>
            <p:nvPr/>
          </p:nvSpPr>
          <p:spPr>
            <a:xfrm>
              <a:off x="0" y="9525"/>
              <a:ext cx="3768642" cy="1293174"/>
            </a:xfrm>
            <a:prstGeom prst="rect">
              <a:avLst/>
            </a:prstGeom>
            <a:noFill/>
            <a:ln>
              <a:noFill/>
            </a:ln>
          </p:spPr>
          <p:txBody>
            <a:bodyPr spcFirstLastPara="1" wrap="square" lIns="0" tIns="0" rIns="0" bIns="0" anchor="t" anchorCtr="0">
              <a:spAutoFit/>
            </a:bodyPr>
            <a:lstStyle/>
            <a:p>
              <a:pPr algn="ctr" rtl="1">
                <a:lnSpc>
                  <a:spcPct val="119984"/>
                </a:lnSpc>
              </a:pPr>
              <a:r>
                <a:rPr lang="fa-IR" sz="1751" dirty="0">
                  <a:solidFill>
                    <a:schemeClr val="tx2"/>
                  </a:solidFill>
                  <a:latin typeface="Arial"/>
                  <a:ea typeface="Arial"/>
                  <a:cs typeface="B Titr" panose="00000700000000000000" pitchFamily="2" charset="-78"/>
                  <a:sym typeface="Arial"/>
                </a:rPr>
                <a:t>نخستین خدمت تجاری ارتباطات سیار</a:t>
              </a:r>
              <a:endParaRPr sz="1200" dirty="0">
                <a:solidFill>
                  <a:schemeClr val="tx2"/>
                </a:solidFill>
                <a:cs typeface="B Titr" panose="00000700000000000000" pitchFamily="2" charset="-78"/>
              </a:endParaRPr>
            </a:p>
          </p:txBody>
        </p:sp>
        <p:sp>
          <p:nvSpPr>
            <p:cNvPr id="32" name="Google Shape;223;p20">
              <a:extLst>
                <a:ext uri="{FF2B5EF4-FFF2-40B4-BE49-F238E27FC236}">
                  <a16:creationId xmlns:a16="http://schemas.microsoft.com/office/drawing/2014/main" id="{13CD1A95-6215-4587-8D4F-EA7AF4E15166}"/>
                </a:ext>
              </a:extLst>
            </p:cNvPr>
            <p:cNvSpPr txBox="1"/>
            <p:nvPr/>
          </p:nvSpPr>
          <p:spPr>
            <a:xfrm>
              <a:off x="80094" y="1302699"/>
              <a:ext cx="3608450" cy="603242"/>
            </a:xfrm>
            <a:prstGeom prst="rect">
              <a:avLst/>
            </a:prstGeom>
            <a:noFill/>
            <a:ln>
              <a:noFill/>
            </a:ln>
          </p:spPr>
          <p:txBody>
            <a:bodyPr spcFirstLastPara="1" wrap="square" lIns="0" tIns="0" rIns="0" bIns="0" anchor="t" anchorCtr="0">
              <a:spAutoFit/>
            </a:bodyPr>
            <a:lstStyle/>
            <a:p>
              <a:pPr algn="ctr" rtl="1">
                <a:lnSpc>
                  <a:spcPct val="140119"/>
                </a:lnSpc>
              </a:pPr>
              <a:r>
                <a:rPr lang="en-US" sz="1400" b="1" dirty="0">
                  <a:solidFill>
                    <a:schemeClr val="bg1"/>
                  </a:solidFill>
                  <a:cs typeface="B Titr" panose="00000700000000000000" pitchFamily="2" charset="-78"/>
                </a:rPr>
                <a:t>1983</a:t>
              </a:r>
              <a:endParaRPr sz="1400" b="1" dirty="0">
                <a:solidFill>
                  <a:schemeClr val="bg1"/>
                </a:solidFill>
                <a:cs typeface="B Titr" panose="00000700000000000000" pitchFamily="2" charset="-78"/>
              </a:endParaRPr>
            </a:p>
          </p:txBody>
        </p:sp>
      </p:grpSp>
      <p:pic>
        <p:nvPicPr>
          <p:cNvPr id="34" name="Google Shape;226;p20" descr="Smart Phone with solid fill">
            <a:extLst>
              <a:ext uri="{FF2B5EF4-FFF2-40B4-BE49-F238E27FC236}">
                <a16:creationId xmlns:a16="http://schemas.microsoft.com/office/drawing/2014/main" id="{F7977DB7-9399-4775-B520-4F79EA1F63B7}"/>
              </a:ext>
            </a:extLst>
          </p:cNvPr>
          <p:cNvPicPr preferRelativeResize="0"/>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2974" b="2974"/>
          <a:stretch/>
        </p:blipFill>
        <p:spPr>
          <a:xfrm>
            <a:off x="6729245" y="3931477"/>
            <a:ext cx="1008028" cy="845937"/>
          </a:xfrm>
          <a:prstGeom prst="rect">
            <a:avLst/>
          </a:prstGeom>
          <a:noFill/>
          <a:ln>
            <a:noFill/>
          </a:ln>
        </p:spPr>
      </p:pic>
      <p:pic>
        <p:nvPicPr>
          <p:cNvPr id="2" name="Picture 1">
            <a:extLst>
              <a:ext uri="{FF2B5EF4-FFF2-40B4-BE49-F238E27FC236}">
                <a16:creationId xmlns:a16="http://schemas.microsoft.com/office/drawing/2014/main" id="{9B233D49-246E-4F3B-94B3-863926BF4DB2}"/>
              </a:ext>
            </a:extLst>
          </p:cNvPr>
          <p:cNvPicPr>
            <a:picLocks noChangeAspect="1"/>
          </p:cNvPicPr>
          <p:nvPr/>
        </p:nvPicPr>
        <p:blipFill>
          <a:blip r:embed="rId7"/>
          <a:stretch>
            <a:fillRect/>
          </a:stretch>
        </p:blipFill>
        <p:spPr>
          <a:xfrm>
            <a:off x="1189366" y="907580"/>
            <a:ext cx="1707028" cy="908383"/>
          </a:xfrm>
          <a:prstGeom prst="rect">
            <a:avLst/>
          </a:prstGeom>
        </p:spPr>
      </p:pic>
      <p:pic>
        <p:nvPicPr>
          <p:cNvPr id="4" name="Picture 3">
            <a:extLst>
              <a:ext uri="{FF2B5EF4-FFF2-40B4-BE49-F238E27FC236}">
                <a16:creationId xmlns:a16="http://schemas.microsoft.com/office/drawing/2014/main" id="{8B3D7E4D-C331-48D9-A634-634D679A525E}"/>
              </a:ext>
            </a:extLst>
          </p:cNvPr>
          <p:cNvPicPr>
            <a:picLocks noChangeAspect="1"/>
          </p:cNvPicPr>
          <p:nvPr/>
        </p:nvPicPr>
        <p:blipFill>
          <a:blip r:embed="rId8">
            <a:duotone>
              <a:schemeClr val="accent5">
                <a:shade val="45000"/>
                <a:satMod val="135000"/>
              </a:schemeClr>
              <a:prstClr val="white"/>
            </a:duotone>
          </a:blip>
          <a:stretch>
            <a:fillRect/>
          </a:stretch>
        </p:blipFill>
        <p:spPr>
          <a:xfrm>
            <a:off x="2188573" y="3805024"/>
            <a:ext cx="908904" cy="908904"/>
          </a:xfrm>
          <a:prstGeom prst="rect">
            <a:avLst/>
          </a:prstGeom>
        </p:spPr>
      </p:pic>
      <p:pic>
        <p:nvPicPr>
          <p:cNvPr id="6" name="Picture 5">
            <a:extLst>
              <a:ext uri="{FF2B5EF4-FFF2-40B4-BE49-F238E27FC236}">
                <a16:creationId xmlns:a16="http://schemas.microsoft.com/office/drawing/2014/main" id="{FDCB27CE-0826-4A48-B5D8-059BE6C545A7}"/>
              </a:ext>
            </a:extLst>
          </p:cNvPr>
          <p:cNvPicPr>
            <a:picLocks noChangeAspect="1"/>
          </p:cNvPicPr>
          <p:nvPr/>
        </p:nvPicPr>
        <p:blipFill>
          <a:blip r:embed="rId9">
            <a:alphaModFix/>
            <a:duotone>
              <a:schemeClr val="accent5">
                <a:shade val="45000"/>
                <a:satMod val="135000"/>
              </a:schemeClr>
              <a:prstClr val="white"/>
            </a:duotone>
          </a:blip>
          <a:stretch>
            <a:fillRect/>
          </a:stretch>
        </p:blipFill>
        <p:spPr>
          <a:xfrm>
            <a:off x="4516993" y="3916089"/>
            <a:ext cx="861325" cy="861325"/>
          </a:xfrm>
          <a:prstGeom prst="rect">
            <a:avLst/>
          </a:prstGeom>
        </p:spPr>
      </p:pic>
      <p:sp>
        <p:nvSpPr>
          <p:cNvPr id="7" name="TextBox 6">
            <a:extLst>
              <a:ext uri="{FF2B5EF4-FFF2-40B4-BE49-F238E27FC236}">
                <a16:creationId xmlns:a16="http://schemas.microsoft.com/office/drawing/2014/main" id="{A753305F-8F3D-4546-8D58-9B4D84EF88B4}"/>
              </a:ext>
            </a:extLst>
          </p:cNvPr>
          <p:cNvSpPr txBox="1"/>
          <p:nvPr/>
        </p:nvSpPr>
        <p:spPr>
          <a:xfrm>
            <a:off x="7036764" y="2190121"/>
            <a:ext cx="4140877" cy="861774"/>
          </a:xfrm>
          <a:prstGeom prst="rect">
            <a:avLst/>
          </a:prstGeom>
          <a:noFill/>
        </p:spPr>
        <p:txBody>
          <a:bodyPr wrap="none" rtlCol="0">
            <a:spAutoFit/>
          </a:bodyPr>
          <a:lstStyle/>
          <a:p>
            <a:r>
              <a:rPr lang="fa-IR" sz="5000" dirty="0">
                <a:solidFill>
                  <a:schemeClr val="bg1"/>
                </a:solidFill>
                <a:cs typeface="B Titr" panose="00000700000000000000" pitchFamily="2" charset="-78"/>
              </a:rPr>
              <a:t>ارتباطات بی سیم:</a:t>
            </a:r>
            <a:endParaRPr lang="en-US" sz="5000" dirty="0">
              <a:solidFill>
                <a:schemeClr val="bg1"/>
              </a:solidFill>
              <a:cs typeface="B Titr" panose="00000700000000000000" pitchFamily="2" charset="-78"/>
            </a:endParaRPr>
          </a:p>
        </p:txBody>
      </p:sp>
      <p:sp>
        <p:nvSpPr>
          <p:cNvPr id="33" name="TextBox 4">
            <a:extLst>
              <a:ext uri="{FF2B5EF4-FFF2-40B4-BE49-F238E27FC236}">
                <a16:creationId xmlns:a16="http://schemas.microsoft.com/office/drawing/2014/main" id="{FF211100-DD47-42ED-9F5B-F8FEFF82AC50}"/>
              </a:ext>
            </a:extLst>
          </p:cNvPr>
          <p:cNvSpPr txBox="1"/>
          <p:nvPr/>
        </p:nvSpPr>
        <p:spPr>
          <a:xfrm>
            <a:off x="500342" y="6441358"/>
            <a:ext cx="2781300"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accent5"/>
                </a:solidFill>
              </a:rPr>
              <a:t>Presented by Pouya Tavakoli</a:t>
            </a:r>
          </a:p>
        </p:txBody>
      </p:sp>
      <p:sp>
        <p:nvSpPr>
          <p:cNvPr id="35" name="TextBox 34">
            <a:extLst>
              <a:ext uri="{FF2B5EF4-FFF2-40B4-BE49-F238E27FC236}">
                <a16:creationId xmlns:a16="http://schemas.microsoft.com/office/drawing/2014/main" id="{A458516D-AE5D-4330-B750-80FD1AC6FB6E}"/>
              </a:ext>
            </a:extLst>
          </p:cNvPr>
          <p:cNvSpPr txBox="1"/>
          <p:nvPr/>
        </p:nvSpPr>
        <p:spPr>
          <a:xfrm>
            <a:off x="10435347" y="6427086"/>
            <a:ext cx="1637489" cy="276999"/>
          </a:xfrm>
          <a:prstGeom prst="rect">
            <a:avLst/>
          </a:prstGeom>
          <a:noFill/>
        </p:spPr>
        <p:txBody>
          <a:bodyPr wrap="square">
            <a:spAutoFit/>
          </a:bodyPr>
          <a:lstStyle/>
          <a:p>
            <a:r>
              <a:rPr lang="en-US" sz="1200" dirty="0">
                <a:solidFill>
                  <a:schemeClr val="bg1"/>
                </a:solidFill>
              </a:rPr>
              <a:t>Book p.48</a:t>
            </a:r>
          </a:p>
        </p:txBody>
      </p:sp>
    </p:spTree>
    <p:extLst>
      <p:ext uri="{BB962C8B-B14F-4D97-AF65-F5344CB8AC3E}">
        <p14:creationId xmlns:p14="http://schemas.microsoft.com/office/powerpoint/2010/main" val="3915649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arn(inVertical)">
                                      <p:cBhvr>
                                        <p:cTn id="12" dur="500"/>
                                        <p:tgtEl>
                                          <p:spTgt spid="16"/>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barn(inVertical)">
                                      <p:cBhvr>
                                        <p:cTn id="15" dur="500"/>
                                        <p:tgtEl>
                                          <p:spTgt spid="17"/>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barn(inVertical)">
                                      <p:cBhvr>
                                        <p:cTn id="18" dur="500"/>
                                        <p:tgtEl>
                                          <p:spTgt spid="18"/>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barn(inVertical)">
                                      <p:cBhvr>
                                        <p:cTn id="21" dur="500"/>
                                        <p:tgtEl>
                                          <p:spTgt spid="19"/>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barn(inVertical)">
                                      <p:cBhvr>
                                        <p:cTn id="24" dur="500"/>
                                        <p:tgtEl>
                                          <p:spTgt spid="20"/>
                                        </p:tgtEl>
                                      </p:cBhvr>
                                    </p:animEffect>
                                  </p:childTnLst>
                                </p:cTn>
                              </p:par>
                              <p:par>
                                <p:cTn id="25" presetID="16" presetClass="entr" presetSubtype="21"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barn(inVertical)">
                                      <p:cBhvr>
                                        <p:cTn id="27" dur="500"/>
                                        <p:tgtEl>
                                          <p:spTgt spid="21"/>
                                        </p:tgtEl>
                                      </p:cBhvr>
                                    </p:animEffect>
                                  </p:childTnLst>
                                </p:cTn>
                              </p:par>
                              <p:par>
                                <p:cTn id="28" presetID="16" presetClass="entr" presetSubtype="21" fill="hold" nodeType="with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barn(inVertical)">
                                      <p:cBhvr>
                                        <p:cTn id="30" dur="500"/>
                                        <p:tgtEl>
                                          <p:spTgt spid="24"/>
                                        </p:tgtEl>
                                      </p:cBhvr>
                                    </p:animEffect>
                                  </p:childTnLst>
                                </p:cTn>
                              </p:par>
                              <p:par>
                                <p:cTn id="31" presetID="16" presetClass="entr" presetSubtype="21"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barn(inVertical)">
                                      <p:cBhvr>
                                        <p:cTn id="33" dur="500"/>
                                        <p:tgtEl>
                                          <p:spTgt spid="27"/>
                                        </p:tgtEl>
                                      </p:cBhvr>
                                    </p:animEffect>
                                  </p:childTnLst>
                                </p:cTn>
                              </p:par>
                              <p:par>
                                <p:cTn id="34" presetID="16" presetClass="entr" presetSubtype="21" fill="hold" nodeType="with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barn(inVertical)">
                                      <p:cBhvr>
                                        <p:cTn id="36" dur="500"/>
                                        <p:tgtEl>
                                          <p:spTgt spid="30"/>
                                        </p:tgtEl>
                                      </p:cBhvr>
                                    </p:animEffect>
                                  </p:childTnLst>
                                </p:cTn>
                              </p:par>
                              <p:par>
                                <p:cTn id="37" presetID="16" presetClass="entr" presetSubtype="21" fill="hold" nodeType="with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barn(inVertical)">
                                      <p:cBhvr>
                                        <p:cTn id="39" dur="500"/>
                                        <p:tgtEl>
                                          <p:spTgt spid="34"/>
                                        </p:tgtEl>
                                      </p:cBhvr>
                                    </p:animEffect>
                                  </p:childTnLst>
                                </p:cTn>
                              </p:par>
                              <p:par>
                                <p:cTn id="40" presetID="16" presetClass="entr" presetSubtype="21" fill="hold" nodeType="with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barn(inVertical)">
                                      <p:cBhvr>
                                        <p:cTn id="42" dur="500"/>
                                        <p:tgtEl>
                                          <p:spTgt spid="4"/>
                                        </p:tgtEl>
                                      </p:cBhvr>
                                    </p:animEffect>
                                  </p:childTnLst>
                                </p:cTn>
                              </p:par>
                              <p:par>
                                <p:cTn id="43" presetID="16" presetClass="entr" presetSubtype="21" fill="hold" nodeType="with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barn(inVertical)">
                                      <p:cBhvr>
                                        <p:cTn id="4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grpSp>
        <p:nvGrpSpPr>
          <p:cNvPr id="76" name="Google Shape;76;p12"/>
          <p:cNvGrpSpPr/>
          <p:nvPr/>
        </p:nvGrpSpPr>
        <p:grpSpPr>
          <a:xfrm>
            <a:off x="0" y="0"/>
            <a:ext cx="12192000" cy="6858000"/>
            <a:chOff x="0" y="0"/>
            <a:chExt cx="24384000" cy="13716000"/>
          </a:xfrm>
        </p:grpSpPr>
        <p:sp>
          <p:nvSpPr>
            <p:cNvPr id="77" name="Google Shape;77;p12"/>
            <p:cNvSpPr/>
            <p:nvPr/>
          </p:nvSpPr>
          <p:spPr>
            <a:xfrm rot="5400000">
              <a:off x="8503696" y="-8503696"/>
              <a:ext cx="7376608" cy="24384000"/>
            </a:xfrm>
            <a:custGeom>
              <a:avLst/>
              <a:gdLst/>
              <a:ahLst/>
              <a:cxnLst/>
              <a:rect l="l" t="t" r="r" b="b"/>
              <a:pathLst>
                <a:path w="7376608" h="24384000" extrusionOk="0">
                  <a:moveTo>
                    <a:pt x="0" y="0"/>
                  </a:moveTo>
                  <a:lnTo>
                    <a:pt x="7376608" y="0"/>
                  </a:lnTo>
                  <a:lnTo>
                    <a:pt x="7376608" y="24384000"/>
                  </a:lnTo>
                  <a:lnTo>
                    <a:pt x="0" y="24384000"/>
                  </a:lnTo>
                  <a:lnTo>
                    <a:pt x="0" y="0"/>
                  </a:lnTo>
                  <a:close/>
                </a:path>
              </a:pathLst>
            </a:custGeom>
            <a:blipFill rotWithShape="1">
              <a:blip r:embed="rId3">
                <a:alphaModFix/>
              </a:blip>
              <a:stretch>
                <a:fillRect l="-25549" r="-205008"/>
              </a:stretch>
            </a:blipFill>
            <a:ln>
              <a:noFill/>
            </a:ln>
          </p:spPr>
        </p:sp>
        <p:sp>
          <p:nvSpPr>
            <p:cNvPr id="78" name="Google Shape;78;p12"/>
            <p:cNvSpPr/>
            <p:nvPr/>
          </p:nvSpPr>
          <p:spPr>
            <a:xfrm rot="5400000" flipH="1">
              <a:off x="9022304" y="-1645696"/>
              <a:ext cx="6339392" cy="24384000"/>
            </a:xfrm>
            <a:custGeom>
              <a:avLst/>
              <a:gdLst/>
              <a:ahLst/>
              <a:cxnLst/>
              <a:rect l="l" t="t" r="r" b="b"/>
              <a:pathLst>
                <a:path w="6339392" h="24384000" extrusionOk="0">
                  <a:moveTo>
                    <a:pt x="0" y="24384000"/>
                  </a:moveTo>
                  <a:lnTo>
                    <a:pt x="6339392" y="24384000"/>
                  </a:lnTo>
                  <a:lnTo>
                    <a:pt x="6339392" y="0"/>
                  </a:lnTo>
                  <a:lnTo>
                    <a:pt x="0" y="0"/>
                  </a:lnTo>
                  <a:lnTo>
                    <a:pt x="0" y="24384000"/>
                  </a:lnTo>
                  <a:close/>
                </a:path>
              </a:pathLst>
            </a:custGeom>
            <a:blipFill rotWithShape="1">
              <a:blip r:embed="rId3">
                <a:alphaModFix/>
              </a:blip>
              <a:stretch>
                <a:fillRect l="-29728" r="-254902"/>
              </a:stretch>
            </a:blipFill>
            <a:ln>
              <a:noFill/>
            </a:ln>
          </p:spPr>
        </p:sp>
      </p:grpSp>
      <p:grpSp>
        <p:nvGrpSpPr>
          <p:cNvPr id="79" name="Google Shape;79;p12"/>
          <p:cNvGrpSpPr/>
          <p:nvPr/>
        </p:nvGrpSpPr>
        <p:grpSpPr>
          <a:xfrm>
            <a:off x="513519" y="532021"/>
            <a:ext cx="11180722" cy="5849339"/>
            <a:chOff x="0" y="-241102"/>
            <a:chExt cx="22361444" cy="11698677"/>
          </a:xfrm>
        </p:grpSpPr>
        <p:grpSp>
          <p:nvGrpSpPr>
            <p:cNvPr id="80" name="Google Shape;80;p12"/>
            <p:cNvGrpSpPr/>
            <p:nvPr/>
          </p:nvGrpSpPr>
          <p:grpSpPr>
            <a:xfrm>
              <a:off x="0" y="-241102"/>
              <a:ext cx="22361444" cy="11698677"/>
              <a:chOff x="0" y="-47625"/>
              <a:chExt cx="4417075" cy="2310850"/>
            </a:xfrm>
          </p:grpSpPr>
          <p:sp>
            <p:nvSpPr>
              <p:cNvPr id="81" name="Google Shape;81;p12"/>
              <p:cNvSpPr/>
              <p:nvPr/>
            </p:nvSpPr>
            <p:spPr>
              <a:xfrm>
                <a:off x="0" y="0"/>
                <a:ext cx="4417075" cy="2263225"/>
              </a:xfrm>
              <a:custGeom>
                <a:avLst/>
                <a:gdLst/>
                <a:ahLst/>
                <a:cxnLst/>
                <a:rect l="l" t="t" r="r" b="b"/>
                <a:pathLst>
                  <a:path w="4417075" h="2263225" extrusionOk="0">
                    <a:moveTo>
                      <a:pt x="0" y="0"/>
                    </a:moveTo>
                    <a:lnTo>
                      <a:pt x="4417075" y="0"/>
                    </a:lnTo>
                    <a:lnTo>
                      <a:pt x="4417075" y="2263225"/>
                    </a:lnTo>
                    <a:lnTo>
                      <a:pt x="0" y="2263225"/>
                    </a:lnTo>
                    <a:close/>
                  </a:path>
                </a:pathLst>
              </a:custGeom>
              <a:solidFill>
                <a:srgbClr val="0F1A38"/>
              </a:solidFill>
              <a:ln>
                <a:noFill/>
              </a:ln>
            </p:spPr>
          </p:sp>
          <p:sp>
            <p:nvSpPr>
              <p:cNvPr id="82" name="Google Shape;82;p12"/>
              <p:cNvSpPr txBox="1"/>
              <p:nvPr/>
            </p:nvSpPr>
            <p:spPr>
              <a:xfrm>
                <a:off x="0" y="-47625"/>
                <a:ext cx="812800" cy="860425"/>
              </a:xfrm>
              <a:prstGeom prst="rect">
                <a:avLst/>
              </a:prstGeom>
              <a:noFill/>
              <a:ln>
                <a:noFill/>
              </a:ln>
            </p:spPr>
            <p:txBody>
              <a:bodyPr spcFirstLastPara="1" wrap="square" lIns="33867" tIns="33867" rIns="33867" bIns="33867" anchor="ctr" anchorCtr="0">
                <a:noAutofit/>
              </a:bodyPr>
              <a:lstStyle/>
              <a:p>
                <a:pPr algn="ctr">
                  <a:lnSpc>
                    <a:spcPct val="186611"/>
                  </a:lnSpc>
                </a:pPr>
                <a:endParaRPr sz="1200">
                  <a:solidFill>
                    <a:schemeClr val="dk1"/>
                  </a:solidFill>
                  <a:latin typeface="Calibri"/>
                  <a:ea typeface="Calibri"/>
                  <a:cs typeface="Calibri"/>
                  <a:sym typeface="Calibri"/>
                </a:endParaRPr>
              </a:p>
            </p:txBody>
          </p:sp>
        </p:grpSp>
        <p:grpSp>
          <p:nvGrpSpPr>
            <p:cNvPr id="83" name="Google Shape;83;p12"/>
            <p:cNvGrpSpPr/>
            <p:nvPr/>
          </p:nvGrpSpPr>
          <p:grpSpPr>
            <a:xfrm>
              <a:off x="698199" y="414054"/>
              <a:ext cx="20876442" cy="10385854"/>
              <a:chOff x="0" y="-47625"/>
              <a:chExt cx="4123742" cy="2051527"/>
            </a:xfrm>
          </p:grpSpPr>
          <p:sp>
            <p:nvSpPr>
              <p:cNvPr id="84" name="Google Shape;84;p12"/>
              <p:cNvSpPr/>
              <p:nvPr/>
            </p:nvSpPr>
            <p:spPr>
              <a:xfrm>
                <a:off x="0" y="0"/>
                <a:ext cx="4123742" cy="2003902"/>
              </a:xfrm>
              <a:custGeom>
                <a:avLst/>
                <a:gdLst/>
                <a:ahLst/>
                <a:cxnLst/>
                <a:rect l="l" t="t" r="r" b="b"/>
                <a:pathLst>
                  <a:path w="4123742" h="2003902" extrusionOk="0">
                    <a:moveTo>
                      <a:pt x="0" y="0"/>
                    </a:moveTo>
                    <a:lnTo>
                      <a:pt x="4123742" y="0"/>
                    </a:lnTo>
                    <a:lnTo>
                      <a:pt x="4123742" y="2003902"/>
                    </a:lnTo>
                    <a:lnTo>
                      <a:pt x="0" y="2003902"/>
                    </a:lnTo>
                    <a:close/>
                  </a:path>
                </a:pathLst>
              </a:custGeom>
              <a:solidFill>
                <a:srgbClr val="000000">
                  <a:alpha val="0"/>
                </a:srgbClr>
              </a:solidFill>
              <a:ln w="38100" cap="sq" cmpd="sng">
                <a:solidFill>
                  <a:srgbClr val="71CBEF"/>
                </a:solidFill>
                <a:prstDash val="solid"/>
                <a:miter lim="8000"/>
                <a:headEnd type="none" w="sm" len="sm"/>
                <a:tailEnd type="none" w="sm" len="sm"/>
              </a:ln>
            </p:spPr>
          </p:sp>
          <p:sp>
            <p:nvSpPr>
              <p:cNvPr id="85" name="Google Shape;85;p12"/>
              <p:cNvSpPr txBox="1"/>
              <p:nvPr/>
            </p:nvSpPr>
            <p:spPr>
              <a:xfrm>
                <a:off x="0" y="-47625"/>
                <a:ext cx="812800" cy="860425"/>
              </a:xfrm>
              <a:prstGeom prst="rect">
                <a:avLst/>
              </a:prstGeom>
              <a:noFill/>
              <a:ln>
                <a:noFill/>
              </a:ln>
            </p:spPr>
            <p:txBody>
              <a:bodyPr spcFirstLastPara="1" wrap="square" lIns="33867" tIns="33867" rIns="33867" bIns="33867" anchor="ctr" anchorCtr="0">
                <a:noAutofit/>
              </a:bodyPr>
              <a:lstStyle/>
              <a:p>
                <a:pPr algn="ctr">
                  <a:lnSpc>
                    <a:spcPct val="186611"/>
                  </a:lnSpc>
                </a:pPr>
                <a:endParaRPr sz="1200">
                  <a:solidFill>
                    <a:schemeClr val="dk1"/>
                  </a:solidFill>
                  <a:latin typeface="Calibri"/>
                  <a:ea typeface="Calibri"/>
                  <a:cs typeface="Calibri"/>
                  <a:sym typeface="Calibri"/>
                </a:endParaRPr>
              </a:p>
            </p:txBody>
          </p:sp>
        </p:grpSp>
      </p:grpSp>
      <p:sp>
        <p:nvSpPr>
          <p:cNvPr id="92" name="Google Shape;92;p12"/>
          <p:cNvSpPr txBox="1"/>
          <p:nvPr/>
        </p:nvSpPr>
        <p:spPr>
          <a:xfrm>
            <a:off x="2274750" y="1190173"/>
            <a:ext cx="7613957" cy="461665"/>
          </a:xfrm>
          <a:prstGeom prst="rect">
            <a:avLst/>
          </a:prstGeom>
          <a:noFill/>
          <a:ln>
            <a:noFill/>
          </a:ln>
        </p:spPr>
        <p:txBody>
          <a:bodyPr spcFirstLastPara="1" wrap="square" lIns="0" tIns="0" rIns="0" bIns="0" anchor="t" anchorCtr="0">
            <a:spAutoFit/>
          </a:bodyPr>
          <a:lstStyle/>
          <a:p>
            <a:pPr algn="ctr">
              <a:lnSpc>
                <a:spcPct val="120002"/>
              </a:lnSpc>
            </a:pPr>
            <a:r>
              <a:rPr lang="fa-IR" sz="2500" dirty="0">
                <a:solidFill>
                  <a:schemeClr val="tx2"/>
                </a:solidFill>
                <a:latin typeface="Archivo Black"/>
                <a:cs typeface="B Titr" panose="00000700000000000000" pitchFamily="2" charset="-78"/>
                <a:sym typeface="Archivo Black"/>
              </a:rPr>
              <a:t>خصوصیات سامانه های ارتباط سیار</a:t>
            </a:r>
            <a:endParaRPr sz="2500" dirty="0">
              <a:solidFill>
                <a:schemeClr val="tx2"/>
              </a:solidFill>
              <a:cs typeface="B Titr" panose="00000700000000000000" pitchFamily="2" charset="-78"/>
            </a:endParaRPr>
          </a:p>
        </p:txBody>
      </p:sp>
      <p:graphicFrame>
        <p:nvGraphicFramePr>
          <p:cNvPr id="2" name="Table 2">
            <a:extLst>
              <a:ext uri="{FF2B5EF4-FFF2-40B4-BE49-F238E27FC236}">
                <a16:creationId xmlns:a16="http://schemas.microsoft.com/office/drawing/2014/main" id="{934702D4-3EF6-42DA-A084-435308E7DCAE}"/>
              </a:ext>
            </a:extLst>
          </p:cNvPr>
          <p:cNvGraphicFramePr>
            <a:graphicFrameLocks noGrp="1"/>
          </p:cNvGraphicFramePr>
          <p:nvPr/>
        </p:nvGraphicFramePr>
        <p:xfrm>
          <a:off x="2039879" y="1840767"/>
          <a:ext cx="8128002" cy="4017108"/>
        </p:xfrm>
        <a:graphic>
          <a:graphicData uri="http://schemas.openxmlformats.org/drawingml/2006/table">
            <a:tbl>
              <a:tblPr firstRow="1" bandRow="1">
                <a:tableStyleId>{37CE84F3-28C3-443E-9E96-99CF82512B78}</a:tableStyleId>
              </a:tblPr>
              <a:tblGrid>
                <a:gridCol w="1354667">
                  <a:extLst>
                    <a:ext uri="{9D8B030D-6E8A-4147-A177-3AD203B41FA5}">
                      <a16:colId xmlns:a16="http://schemas.microsoft.com/office/drawing/2014/main" val="347517228"/>
                    </a:ext>
                  </a:extLst>
                </a:gridCol>
                <a:gridCol w="1354667">
                  <a:extLst>
                    <a:ext uri="{9D8B030D-6E8A-4147-A177-3AD203B41FA5}">
                      <a16:colId xmlns:a16="http://schemas.microsoft.com/office/drawing/2014/main" val="2761826952"/>
                    </a:ext>
                  </a:extLst>
                </a:gridCol>
                <a:gridCol w="1354667">
                  <a:extLst>
                    <a:ext uri="{9D8B030D-6E8A-4147-A177-3AD203B41FA5}">
                      <a16:colId xmlns:a16="http://schemas.microsoft.com/office/drawing/2014/main" val="494520595"/>
                    </a:ext>
                  </a:extLst>
                </a:gridCol>
                <a:gridCol w="1354667">
                  <a:extLst>
                    <a:ext uri="{9D8B030D-6E8A-4147-A177-3AD203B41FA5}">
                      <a16:colId xmlns:a16="http://schemas.microsoft.com/office/drawing/2014/main" val="84061872"/>
                    </a:ext>
                  </a:extLst>
                </a:gridCol>
                <a:gridCol w="1313978">
                  <a:extLst>
                    <a:ext uri="{9D8B030D-6E8A-4147-A177-3AD203B41FA5}">
                      <a16:colId xmlns:a16="http://schemas.microsoft.com/office/drawing/2014/main" val="3681830047"/>
                    </a:ext>
                  </a:extLst>
                </a:gridCol>
                <a:gridCol w="1395356">
                  <a:extLst>
                    <a:ext uri="{9D8B030D-6E8A-4147-A177-3AD203B41FA5}">
                      <a16:colId xmlns:a16="http://schemas.microsoft.com/office/drawing/2014/main" val="1429350286"/>
                    </a:ext>
                  </a:extLst>
                </a:gridCol>
              </a:tblGrid>
              <a:tr h="359508">
                <a:tc>
                  <a:txBody>
                    <a:bodyPr/>
                    <a:lstStyle/>
                    <a:p>
                      <a:pPr algn="ctr" rtl="0"/>
                      <a:r>
                        <a:rPr lang="en-US" sz="1100" b="1" dirty="0">
                          <a:cs typeface="B Titr" panose="00000700000000000000" pitchFamily="2" charset="-78"/>
                        </a:rPr>
                        <a:t>5G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rtl="0"/>
                      <a:r>
                        <a:rPr lang="en-US" sz="1100" b="1" dirty="0">
                          <a:cs typeface="B Titr" panose="00000700000000000000" pitchFamily="2" charset="-78"/>
                        </a:rPr>
                        <a:t>4G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rtl="0"/>
                      <a:r>
                        <a:rPr lang="en-US" sz="1100" b="1" dirty="0">
                          <a:cs typeface="B Titr" panose="00000700000000000000" pitchFamily="2" charset="-78"/>
                        </a:rPr>
                        <a:t>3G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rtl="0"/>
                      <a:r>
                        <a:rPr lang="en-US" sz="1100" b="1" dirty="0">
                          <a:cs typeface="B Titr" panose="00000700000000000000" pitchFamily="2" charset="-78"/>
                        </a:rPr>
                        <a:t>2G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rtl="0"/>
                      <a:r>
                        <a:rPr lang="en-US" sz="1100" b="1" dirty="0">
                          <a:cs typeface="B Titr" panose="00000700000000000000" pitchFamily="2" charset="-78"/>
                        </a:rPr>
                        <a:t>1G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rtl="0"/>
                      <a:r>
                        <a:rPr lang="fa-IR" sz="1100" b="1" dirty="0">
                          <a:solidFill>
                            <a:schemeClr val="bg1"/>
                          </a:solidFill>
                          <a:cs typeface="B Titr" panose="00000700000000000000" pitchFamily="2" charset="-78"/>
                        </a:rPr>
                        <a:t>نسل</a:t>
                      </a:r>
                      <a:endParaRPr lang="en-US" sz="1100" b="1" dirty="0">
                        <a:solidFill>
                          <a:schemeClr val="bg1"/>
                        </a:solidFill>
                        <a:cs typeface="B Titr" panose="000007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extLst>
                  <a:ext uri="{0D108BD9-81ED-4DB2-BD59-A6C34878D82A}">
                    <a16:rowId xmlns:a16="http://schemas.microsoft.com/office/drawing/2014/main" val="379990266"/>
                  </a:ext>
                </a:extLst>
              </a:tr>
              <a:tr h="370840">
                <a:tc>
                  <a:txBody>
                    <a:bodyPr/>
                    <a:lstStyle/>
                    <a:p>
                      <a:pPr algn="ctr" rtl="0"/>
                      <a:r>
                        <a:rPr lang="fa-IR" sz="1100" b="1" dirty="0">
                          <a:cs typeface="B Titr" panose="00000700000000000000" pitchFamily="2" charset="-78"/>
                        </a:rPr>
                        <a:t>2018</a:t>
                      </a:r>
                      <a:endParaRPr lang="en-US" sz="1100" b="1" dirty="0">
                        <a:cs typeface="B Titr" panose="000007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fa-IR" sz="1100" b="1" dirty="0">
                          <a:cs typeface="B Titr" panose="00000700000000000000" pitchFamily="2" charset="-78"/>
                        </a:rPr>
                        <a:t>2009</a:t>
                      </a:r>
                      <a:endParaRPr lang="en-US" sz="1100" b="1" dirty="0">
                        <a:cs typeface="B Titr" panose="000007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fa-IR" sz="1100" b="1" dirty="0">
                          <a:cs typeface="B Titr" panose="00000700000000000000" pitchFamily="2" charset="-78"/>
                        </a:rPr>
                        <a:t>2006</a:t>
                      </a:r>
                      <a:endParaRPr lang="en-US" sz="1100" b="1" dirty="0">
                        <a:cs typeface="B Titr" panose="000007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fa-IR" sz="1100" b="1" dirty="0">
                          <a:cs typeface="B Titr" panose="00000700000000000000" pitchFamily="2" charset="-78"/>
                        </a:rPr>
                        <a:t>1991 و 1996</a:t>
                      </a:r>
                      <a:endParaRPr lang="en-US" sz="1100" b="1" dirty="0">
                        <a:cs typeface="B Titr" panose="000007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fa-IR" sz="1100" b="1" dirty="0">
                          <a:cs typeface="B Titr" panose="00000700000000000000" pitchFamily="2" charset="-78"/>
                        </a:rPr>
                        <a:t>1983</a:t>
                      </a:r>
                      <a:endParaRPr lang="en-US" sz="1100" b="1" dirty="0">
                        <a:cs typeface="B Titr" panose="000007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fa-IR" sz="1100" b="1" dirty="0">
                          <a:solidFill>
                            <a:schemeClr val="bg1"/>
                          </a:solidFill>
                          <a:cs typeface="B Titr" panose="00000700000000000000" pitchFamily="2" charset="-78"/>
                        </a:rPr>
                        <a:t>سال انتشار</a:t>
                      </a:r>
                      <a:endParaRPr lang="en-US" sz="1100" b="1" dirty="0">
                        <a:solidFill>
                          <a:schemeClr val="bg1"/>
                        </a:solidFill>
                        <a:cs typeface="B Titr" panose="000007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155401937"/>
                  </a:ext>
                </a:extLst>
              </a:tr>
              <a:tr h="370840">
                <a:tc>
                  <a:txBody>
                    <a:bodyPr/>
                    <a:lstStyle/>
                    <a:p>
                      <a:pPr algn="ctr" rtl="0"/>
                      <a:r>
                        <a:rPr lang="en-US" sz="1100" b="1" dirty="0">
                          <a:cs typeface="B Titr" panose="00000700000000000000" pitchFamily="2" charset="-78"/>
                        </a:rPr>
                        <a:t>~30 GHz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sz="1100" b="1" dirty="0">
                          <a:cs typeface="B Titr" panose="00000700000000000000" pitchFamily="2" charset="-78"/>
                        </a:rPr>
                        <a:t>100 MHz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sz="1100" b="1" dirty="0">
                          <a:cs typeface="B Titr" panose="00000700000000000000" pitchFamily="2" charset="-78"/>
                        </a:rPr>
                        <a:t>25 MHz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sz="1100" b="1" dirty="0">
                          <a:cs typeface="B Titr" panose="00000700000000000000" pitchFamily="2" charset="-78"/>
                        </a:rPr>
                        <a:t>25 MHz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sz="1100" b="1" dirty="0">
                          <a:cs typeface="B Titr" panose="00000700000000000000" pitchFamily="2" charset="-78"/>
                        </a:rPr>
                        <a:t>30 </a:t>
                      </a:r>
                      <a:r>
                        <a:rPr lang="en-US" sz="1100" b="1" dirty="0" err="1">
                          <a:cs typeface="B Titr" panose="00000700000000000000" pitchFamily="2" charset="-78"/>
                        </a:rPr>
                        <a:t>KHz</a:t>
                      </a:r>
                      <a:endParaRPr lang="en-US" sz="1100" b="1" dirty="0">
                        <a:cs typeface="B Titr" panose="000007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fa-IR" sz="1100" b="1" dirty="0">
                          <a:solidFill>
                            <a:schemeClr val="bg1"/>
                          </a:solidFill>
                          <a:cs typeface="B Titr" panose="00000700000000000000" pitchFamily="2" charset="-78"/>
                        </a:rPr>
                        <a:t>پهنای باند</a:t>
                      </a:r>
                      <a:endParaRPr lang="en-US" sz="1100" b="1" dirty="0">
                        <a:solidFill>
                          <a:schemeClr val="bg1"/>
                        </a:solidFill>
                        <a:cs typeface="B Titr" panose="000007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extLst>
                  <a:ext uri="{0D108BD9-81ED-4DB2-BD59-A6C34878D82A}">
                    <a16:rowId xmlns:a16="http://schemas.microsoft.com/office/drawing/2014/main" val="3566849408"/>
                  </a:ext>
                </a:extLst>
              </a:tr>
              <a:tr h="370840">
                <a:tc>
                  <a:txBody>
                    <a:bodyPr/>
                    <a:lstStyle/>
                    <a:p>
                      <a:pPr algn="ctr" rtl="0"/>
                      <a:r>
                        <a:rPr lang="en-US" sz="1100" b="1" dirty="0">
                          <a:cs typeface="B Titr" panose="00000700000000000000" pitchFamily="2" charset="-78"/>
                        </a:rPr>
                        <a:t>10 Gbps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sz="1100" b="1" dirty="0">
                          <a:cs typeface="B Titr" panose="00000700000000000000" pitchFamily="2" charset="-78"/>
                        </a:rPr>
                        <a:t>1 Gbps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sz="1100" b="1" dirty="0">
                          <a:cs typeface="B Titr" panose="00000700000000000000" pitchFamily="2" charset="-78"/>
                        </a:rPr>
                        <a:t>2 Mbps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sz="1100" b="1" dirty="0">
                          <a:cs typeface="B Titr" panose="00000700000000000000" pitchFamily="2" charset="-78"/>
                        </a:rPr>
                        <a:t>64 kbps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sz="1100" b="1" dirty="0">
                          <a:cs typeface="B Titr" panose="00000700000000000000" pitchFamily="2" charset="-78"/>
                        </a:rPr>
                        <a:t>2.4 kbps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fa-IR" sz="1100" b="1" dirty="0">
                          <a:solidFill>
                            <a:schemeClr val="bg1"/>
                          </a:solidFill>
                          <a:cs typeface="B Titr" panose="00000700000000000000" pitchFamily="2" charset="-78"/>
                        </a:rPr>
                        <a:t>نرخ داده</a:t>
                      </a:r>
                      <a:endParaRPr lang="en-US" sz="1100" b="1" dirty="0">
                        <a:solidFill>
                          <a:schemeClr val="bg1"/>
                        </a:solidFill>
                        <a:cs typeface="B Titr" panose="000007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extLst>
                  <a:ext uri="{0D108BD9-81ED-4DB2-BD59-A6C34878D82A}">
                    <a16:rowId xmlns:a16="http://schemas.microsoft.com/office/drawing/2014/main" val="2566434695"/>
                  </a:ext>
                </a:extLst>
              </a:tr>
              <a:tr h="370840">
                <a:tc>
                  <a:txBody>
                    <a:bodyPr/>
                    <a:lstStyle/>
                    <a:p>
                      <a:pPr algn="ctr" rtl="0"/>
                      <a:r>
                        <a:rPr lang="en-US" sz="1100" b="1" dirty="0">
                          <a:cs typeface="B Titr" panose="00000700000000000000" pitchFamily="2" charset="-78"/>
                        </a:rPr>
                        <a:t>NR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sz="1100" b="1" dirty="0">
                          <a:cs typeface="B Titr" panose="00000700000000000000" pitchFamily="2" charset="-78"/>
                        </a:rPr>
                        <a:t>LTE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sz="1100" b="1" dirty="0">
                          <a:cs typeface="B Titr" panose="00000700000000000000" pitchFamily="2" charset="-78"/>
                        </a:rPr>
                        <a:t>WCDMA,</a:t>
                      </a:r>
                    </a:p>
                    <a:p>
                      <a:pPr algn="ctr" rtl="0"/>
                      <a:r>
                        <a:rPr lang="en-US" sz="1100" b="1" dirty="0">
                          <a:cs typeface="B Titr" panose="00000700000000000000" pitchFamily="2" charset="-78"/>
                        </a:rPr>
                        <a:t>HSPA</a:t>
                      </a:r>
                    </a:p>
                    <a:p>
                      <a:pPr algn="ctr" rtl="0"/>
                      <a:r>
                        <a:rPr lang="en-US" sz="1100" b="1" dirty="0">
                          <a:cs typeface="B Titr" panose="00000700000000000000" pitchFamily="2" charset="-78"/>
                        </a:rPr>
                        <a:t>cdma2000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sz="1100" b="1" dirty="0">
                          <a:cs typeface="B Titr" panose="00000700000000000000" pitchFamily="2" charset="-78"/>
                        </a:rPr>
                        <a:t>GMS,</a:t>
                      </a:r>
                    </a:p>
                    <a:p>
                      <a:pPr algn="ctr" rtl="0"/>
                      <a:r>
                        <a:rPr lang="en-US" sz="1100" b="1" dirty="0">
                          <a:cs typeface="B Titr" panose="00000700000000000000" pitchFamily="2" charset="-78"/>
                        </a:rPr>
                        <a:t>IS-95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sz="1100" b="1" dirty="0">
                          <a:cs typeface="B Titr" panose="00000700000000000000" pitchFamily="2" charset="-78"/>
                        </a:rPr>
                        <a:t>AMPS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fa-IR" sz="1100" b="1" dirty="0">
                          <a:solidFill>
                            <a:schemeClr val="bg1"/>
                          </a:solidFill>
                          <a:cs typeface="B Titr" panose="00000700000000000000" pitchFamily="2" charset="-78"/>
                        </a:rPr>
                        <a:t>نام</a:t>
                      </a:r>
                      <a:endParaRPr lang="en-US" sz="1100" b="1" dirty="0">
                        <a:solidFill>
                          <a:schemeClr val="bg1"/>
                        </a:solidFill>
                        <a:cs typeface="B Titr" panose="000007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extLst>
                  <a:ext uri="{0D108BD9-81ED-4DB2-BD59-A6C34878D82A}">
                    <a16:rowId xmlns:a16="http://schemas.microsoft.com/office/drawing/2014/main" val="3165081652"/>
                  </a:ext>
                </a:extLst>
              </a:tr>
              <a:tr h="370840">
                <a:tc>
                  <a:txBody>
                    <a:bodyPr/>
                    <a:lstStyle/>
                    <a:p>
                      <a:pPr algn="ctr" rtl="0"/>
                      <a:r>
                        <a:rPr lang="en-US" sz="1100" b="1" dirty="0">
                          <a:cs typeface="B Titr" panose="00000700000000000000" pitchFamily="2" charset="-78"/>
                        </a:rPr>
                        <a:t>OFDMA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sz="1100" b="1" dirty="0">
                          <a:cs typeface="B Titr" panose="00000700000000000000" pitchFamily="2" charset="-78"/>
                        </a:rPr>
                        <a:t>OFDMA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sz="1100" b="1" dirty="0">
                          <a:cs typeface="B Titr" panose="00000700000000000000" pitchFamily="2" charset="-78"/>
                        </a:rPr>
                        <a:t>CDMA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sz="1100" b="1" dirty="0">
                          <a:cs typeface="B Titr" panose="00000700000000000000" pitchFamily="2" charset="-78"/>
                        </a:rPr>
                        <a:t>TDMA</a:t>
                      </a:r>
                    </a:p>
                    <a:p>
                      <a:pPr algn="ctr" rtl="0"/>
                      <a:r>
                        <a:rPr lang="en-US" sz="1100" b="1" dirty="0">
                          <a:cs typeface="B Titr" panose="00000700000000000000" pitchFamily="2" charset="-78"/>
                        </a:rPr>
                        <a:t>CDMA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sz="1100" b="1" dirty="0">
                          <a:cs typeface="B Titr" panose="00000700000000000000" pitchFamily="2" charset="-78"/>
                        </a:rPr>
                        <a:t>FDMA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fa-IR" sz="1100" b="1" dirty="0">
                          <a:solidFill>
                            <a:schemeClr val="bg1"/>
                          </a:solidFill>
                          <a:cs typeface="B Titr" panose="00000700000000000000" pitchFamily="2" charset="-78"/>
                        </a:rPr>
                        <a:t>دسترسی چندگانه</a:t>
                      </a:r>
                      <a:endParaRPr lang="en-US" sz="1100" b="1" dirty="0">
                        <a:solidFill>
                          <a:schemeClr val="bg1"/>
                        </a:solidFill>
                        <a:cs typeface="B Titr" panose="000007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extLst>
                  <a:ext uri="{0D108BD9-81ED-4DB2-BD59-A6C34878D82A}">
                    <a16:rowId xmlns:a16="http://schemas.microsoft.com/office/drawing/2014/main" val="1259323987"/>
                  </a:ext>
                </a:extLst>
              </a:tr>
              <a:tr h="370840">
                <a:tc>
                  <a:txBody>
                    <a:bodyPr/>
                    <a:lstStyle/>
                    <a:p>
                      <a:pPr algn="ctr" rtl="0"/>
                      <a:r>
                        <a:rPr lang="fa-IR" sz="1100" b="1" dirty="0">
                          <a:cs typeface="B Titr" panose="00000700000000000000" pitchFamily="2" charset="-78"/>
                        </a:rPr>
                        <a:t>توان عملیاتی بالا</a:t>
                      </a:r>
                    </a:p>
                    <a:p>
                      <a:pPr algn="ctr" rtl="0"/>
                      <a:r>
                        <a:rPr lang="fa-IR" sz="1100" b="1" dirty="0">
                          <a:cs typeface="B Titr" panose="00000700000000000000" pitchFamily="2" charset="-78"/>
                        </a:rPr>
                        <a:t>قابلیت اطمینان بالا</a:t>
                      </a:r>
                    </a:p>
                    <a:p>
                      <a:pPr algn="ctr" rtl="0"/>
                      <a:r>
                        <a:rPr lang="fa-IR" sz="1100" b="1" dirty="0">
                          <a:cs typeface="B Titr" panose="00000700000000000000" pitchFamily="2" charset="-78"/>
                        </a:rPr>
                        <a:t>تاخیر کم</a:t>
                      </a:r>
                    </a:p>
                    <a:p>
                      <a:pPr algn="ctr" rtl="0"/>
                      <a:r>
                        <a:rPr lang="fa-IR" sz="1100" b="1" dirty="0">
                          <a:cs typeface="B Titr" panose="00000700000000000000" pitchFamily="2" charset="-78"/>
                        </a:rPr>
                        <a:t>پهن باند سیار بهبود یافته</a:t>
                      </a:r>
                      <a:endParaRPr lang="en-US" sz="1100" b="1" dirty="0">
                        <a:cs typeface="B Titr" panose="000007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fa-IR" sz="1100" b="1" dirty="0">
                          <a:cs typeface="B Titr" panose="00000700000000000000" pitchFamily="2" charset="-78"/>
                        </a:rPr>
                        <a:t>اینترنت پرسرعت</a:t>
                      </a:r>
                    </a:p>
                    <a:p>
                      <a:pPr algn="ctr" rtl="0"/>
                      <a:r>
                        <a:rPr lang="fa-IR" sz="1100" b="1" dirty="0">
                          <a:cs typeface="B Titr" panose="00000700000000000000" pitchFamily="2" charset="-78"/>
                        </a:rPr>
                        <a:t>پخش چند رسانه ای </a:t>
                      </a:r>
                    </a:p>
                    <a:p>
                      <a:pPr algn="ctr" rtl="0"/>
                      <a:r>
                        <a:rPr lang="fa-IR" sz="1100" b="1" dirty="0">
                          <a:cs typeface="B Titr" panose="00000700000000000000" pitchFamily="2" charset="-78"/>
                        </a:rPr>
                        <a:t>رومینگ کامل</a:t>
                      </a:r>
                    </a:p>
                    <a:p>
                      <a:pPr algn="ctr" rtl="0"/>
                      <a:r>
                        <a:rPr lang="fa-IR" sz="1100" b="1" dirty="0">
                          <a:cs typeface="B Titr" panose="00000700000000000000" pitchFamily="2" charset="-78"/>
                        </a:rPr>
                        <a:t>جنبایی جهانی</a:t>
                      </a:r>
                      <a:endParaRPr lang="en-US" sz="1100" b="1" dirty="0">
                        <a:cs typeface="B Titr" panose="000007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fa-IR" sz="1100" b="1" dirty="0">
                          <a:cs typeface="B Titr" panose="00000700000000000000" pitchFamily="2" charset="-78"/>
                        </a:rPr>
                        <a:t>موبایل پهن باند  </a:t>
                      </a:r>
                    </a:p>
                    <a:p>
                      <a:pPr algn="ctr" rtl="0"/>
                      <a:r>
                        <a:rPr lang="fa-IR" sz="1100" b="1" dirty="0">
                          <a:cs typeface="B Titr" panose="00000700000000000000" pitchFamily="2" charset="-78"/>
                        </a:rPr>
                        <a:t>رومینگ بین المللی</a:t>
                      </a:r>
                    </a:p>
                    <a:p>
                      <a:pPr algn="ctr" rtl="0"/>
                      <a:r>
                        <a:rPr lang="fa-IR" sz="1100" b="1" dirty="0">
                          <a:cs typeface="B Titr" panose="00000700000000000000" pitchFamily="2" charset="-78"/>
                        </a:rPr>
                        <a:t>دسترسی رادیویی جهانی </a:t>
                      </a:r>
                      <a:endParaRPr lang="en-US" sz="1100" b="1" dirty="0">
                        <a:cs typeface="B Titr" panose="000007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fa-IR" sz="1100" b="1" dirty="0">
                          <a:cs typeface="B Titr" panose="00000700000000000000" pitchFamily="2" charset="-78"/>
                        </a:rPr>
                        <a:t>صدای دیجیتال</a:t>
                      </a:r>
                    </a:p>
                    <a:p>
                      <a:pPr algn="ctr" rtl="0"/>
                      <a:r>
                        <a:rPr lang="fa-IR" sz="1100" b="1" dirty="0">
                          <a:cs typeface="B Titr" panose="00000700000000000000" pitchFamily="2" charset="-78"/>
                        </a:rPr>
                        <a:t> پیام متنی</a:t>
                      </a:r>
                      <a:endParaRPr lang="en-US" sz="1100" b="1" dirty="0">
                        <a:cs typeface="B Titr" panose="000007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fa-IR" sz="1100" b="1" dirty="0">
                          <a:cs typeface="B Titr" panose="00000700000000000000" pitchFamily="2" charset="-78"/>
                        </a:rPr>
                        <a:t>صدای آنالوگ</a:t>
                      </a:r>
                      <a:endParaRPr lang="en-US" sz="1100" b="1" dirty="0">
                        <a:cs typeface="B Titr" panose="000007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fa-IR" sz="1100" b="1" dirty="0">
                          <a:solidFill>
                            <a:schemeClr val="bg1"/>
                          </a:solidFill>
                          <a:cs typeface="B Titr" panose="00000700000000000000" pitchFamily="2" charset="-78"/>
                        </a:rPr>
                        <a:t>کارکرد های اصلی</a:t>
                      </a:r>
                      <a:endParaRPr lang="en-US" sz="1100" b="1" dirty="0">
                        <a:solidFill>
                          <a:schemeClr val="bg1"/>
                        </a:solidFill>
                        <a:cs typeface="B Titr" panose="000007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extLst>
                  <a:ext uri="{0D108BD9-81ED-4DB2-BD59-A6C34878D82A}">
                    <a16:rowId xmlns:a16="http://schemas.microsoft.com/office/drawing/2014/main" val="4114775614"/>
                  </a:ext>
                </a:extLst>
              </a:tr>
              <a:tr h="370840">
                <a:tc>
                  <a:txBody>
                    <a:bodyPr/>
                    <a:lstStyle/>
                    <a:p>
                      <a:pPr algn="ctr" rtl="0"/>
                      <a:r>
                        <a:rPr lang="fa-IR" sz="1100" b="1" dirty="0">
                          <a:cs typeface="B Titr" panose="00000700000000000000" pitchFamily="2" charset="-78"/>
                        </a:rPr>
                        <a:t>خودروی خودران</a:t>
                      </a:r>
                    </a:p>
                    <a:p>
                      <a:pPr algn="ctr" rtl="0"/>
                      <a:r>
                        <a:rPr lang="fa-IR" sz="1100" b="1" dirty="0">
                          <a:cs typeface="B Titr" panose="00000700000000000000" pitchFamily="2" charset="-78"/>
                        </a:rPr>
                        <a:t>کارخانه دیجیتال</a:t>
                      </a:r>
                    </a:p>
                    <a:p>
                      <a:pPr algn="ctr" rtl="0"/>
                      <a:r>
                        <a:rPr lang="fa-IR" sz="1100" b="1" dirty="0">
                          <a:cs typeface="B Titr" panose="00000700000000000000" pitchFamily="2" charset="-78"/>
                        </a:rPr>
                        <a:t>رایانش لبه</a:t>
                      </a:r>
                    </a:p>
                    <a:p>
                      <a:pPr algn="ctr" rtl="0"/>
                      <a:r>
                        <a:rPr lang="fa-IR" sz="1100" b="1" dirty="0">
                          <a:cs typeface="B Titr" panose="00000700000000000000" pitchFamily="2" charset="-78"/>
                        </a:rPr>
                        <a:t>واقعیت افزوده و مجازی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fa-IR" sz="1100" b="1" dirty="0">
                          <a:cs typeface="B Titr" panose="00000700000000000000" pitchFamily="2" charset="-78"/>
                        </a:rPr>
                        <a:t>تجارت الکترونیک</a:t>
                      </a:r>
                    </a:p>
                    <a:p>
                      <a:pPr algn="ctr" rtl="0"/>
                      <a:r>
                        <a:rPr lang="fa-IR" sz="1100" b="1" dirty="0">
                          <a:cs typeface="B Titr" panose="00000700000000000000" pitchFamily="2" charset="-78"/>
                        </a:rPr>
                        <a:t>بازی</a:t>
                      </a:r>
                    </a:p>
                    <a:p>
                      <a:pPr algn="ctr" rtl="0"/>
                      <a:r>
                        <a:rPr lang="fa-IR" sz="1100" b="1" dirty="0">
                          <a:cs typeface="B Titr" panose="00000700000000000000" pitchFamily="2" charset="-78"/>
                        </a:rPr>
                        <a:t>خرید آنلاین</a:t>
                      </a:r>
                      <a:endParaRPr lang="en-US" sz="1100" b="1" dirty="0">
                        <a:cs typeface="B Titr" panose="000007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fa-IR" sz="1100" b="1" dirty="0">
                          <a:cs typeface="B Titr" panose="00000700000000000000" pitchFamily="2" charset="-78"/>
                        </a:rPr>
                        <a:t>تلفن تصویری</a:t>
                      </a:r>
                    </a:p>
                    <a:p>
                      <a:pPr algn="ctr" rtl="0"/>
                      <a:r>
                        <a:rPr lang="fa-IR" sz="1100" b="1" dirty="0">
                          <a:cs typeface="B Titr" panose="00000700000000000000" pitchFamily="2" charset="-78"/>
                        </a:rPr>
                        <a:t>تلوزیون همراه</a:t>
                      </a:r>
                    </a:p>
                    <a:p>
                      <a:pPr algn="ctr" rtl="0"/>
                      <a:r>
                        <a:rPr lang="en-US" sz="1100" b="1" dirty="0">
                          <a:cs typeface="B Titr" panose="00000700000000000000" pitchFamily="2" charset="-78"/>
                        </a:rPr>
                        <a:t>GPS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fa-IR" sz="1100" b="1" dirty="0">
                          <a:cs typeface="B Titr" panose="00000700000000000000" pitchFamily="2" charset="-78"/>
                        </a:rPr>
                        <a:t>متن</a:t>
                      </a:r>
                    </a:p>
                    <a:p>
                      <a:pPr algn="ctr" rtl="0"/>
                      <a:r>
                        <a:rPr lang="fa-IR" sz="1100" b="1" dirty="0">
                          <a:cs typeface="B Titr" panose="00000700000000000000" pitchFamily="2" charset="-78"/>
                        </a:rPr>
                        <a:t>دسترسی به اینترنت پایه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fa-IR" sz="1100" b="1" dirty="0">
                          <a:cs typeface="B Titr" panose="00000700000000000000" pitchFamily="2" charset="-78"/>
                        </a:rPr>
                        <a:t>سرویس صدا</a:t>
                      </a:r>
                      <a:endParaRPr lang="en-US" sz="1100" b="1" dirty="0">
                        <a:cs typeface="B Titr" panose="000007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fa-IR" sz="1100" b="1" dirty="0">
                          <a:solidFill>
                            <a:schemeClr val="bg1"/>
                          </a:solidFill>
                          <a:cs typeface="B Titr" panose="00000700000000000000" pitchFamily="2" charset="-78"/>
                        </a:rPr>
                        <a:t>کاربرد</a:t>
                      </a:r>
                      <a:endParaRPr lang="en-US" sz="1100" b="1" dirty="0">
                        <a:solidFill>
                          <a:schemeClr val="bg1"/>
                        </a:solidFill>
                        <a:cs typeface="B Titr" panose="000007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extLst>
                  <a:ext uri="{0D108BD9-81ED-4DB2-BD59-A6C34878D82A}">
                    <a16:rowId xmlns:a16="http://schemas.microsoft.com/office/drawing/2014/main" val="892284852"/>
                  </a:ext>
                </a:extLst>
              </a:tr>
            </a:tbl>
          </a:graphicData>
        </a:graphic>
      </p:graphicFrame>
      <p:sp>
        <p:nvSpPr>
          <p:cNvPr id="14" name="TextBox 4">
            <a:extLst>
              <a:ext uri="{FF2B5EF4-FFF2-40B4-BE49-F238E27FC236}">
                <a16:creationId xmlns:a16="http://schemas.microsoft.com/office/drawing/2014/main" id="{827CE9DC-F982-43E7-B690-1BE4AD4F7452}"/>
              </a:ext>
            </a:extLst>
          </p:cNvPr>
          <p:cNvSpPr txBox="1"/>
          <p:nvPr/>
        </p:nvSpPr>
        <p:spPr>
          <a:xfrm>
            <a:off x="500342" y="6441358"/>
            <a:ext cx="2781300"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accent5"/>
                </a:solidFill>
              </a:rPr>
              <a:t>Presented by Pouya Tavakoli</a:t>
            </a:r>
          </a:p>
        </p:txBody>
      </p:sp>
      <p:sp>
        <p:nvSpPr>
          <p:cNvPr id="15" name="TextBox 14">
            <a:extLst>
              <a:ext uri="{FF2B5EF4-FFF2-40B4-BE49-F238E27FC236}">
                <a16:creationId xmlns:a16="http://schemas.microsoft.com/office/drawing/2014/main" id="{2AA8E047-C2EB-4B60-9B1D-67EB0D2CFCD5}"/>
              </a:ext>
            </a:extLst>
          </p:cNvPr>
          <p:cNvSpPr txBox="1"/>
          <p:nvPr/>
        </p:nvSpPr>
        <p:spPr>
          <a:xfrm>
            <a:off x="10435347" y="6427086"/>
            <a:ext cx="1637489" cy="276999"/>
          </a:xfrm>
          <a:prstGeom prst="rect">
            <a:avLst/>
          </a:prstGeom>
          <a:noFill/>
        </p:spPr>
        <p:txBody>
          <a:bodyPr wrap="square">
            <a:spAutoFit/>
          </a:bodyPr>
          <a:lstStyle/>
          <a:p>
            <a:r>
              <a:rPr lang="en-US" sz="1200" dirty="0">
                <a:solidFill>
                  <a:schemeClr val="bg1"/>
                </a:solidFill>
              </a:rPr>
              <a:t>Book p.49</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grpSp>
        <p:nvGrpSpPr>
          <p:cNvPr id="174" name="Google Shape;174;p18"/>
          <p:cNvGrpSpPr/>
          <p:nvPr/>
        </p:nvGrpSpPr>
        <p:grpSpPr>
          <a:xfrm>
            <a:off x="518271" y="565249"/>
            <a:ext cx="10782568" cy="5606951"/>
            <a:chOff x="0" y="-47625"/>
            <a:chExt cx="4259780" cy="2215092"/>
          </a:xfrm>
        </p:grpSpPr>
        <p:sp>
          <p:nvSpPr>
            <p:cNvPr id="175" name="Google Shape;175;p18"/>
            <p:cNvSpPr/>
            <p:nvPr/>
          </p:nvSpPr>
          <p:spPr>
            <a:xfrm>
              <a:off x="0" y="0"/>
              <a:ext cx="4259780" cy="2167467"/>
            </a:xfrm>
            <a:custGeom>
              <a:avLst/>
              <a:gdLst/>
              <a:ahLst/>
              <a:cxnLst/>
              <a:rect l="l" t="t" r="r" b="b"/>
              <a:pathLst>
                <a:path w="4259780" h="2167467" extrusionOk="0">
                  <a:moveTo>
                    <a:pt x="0" y="0"/>
                  </a:moveTo>
                  <a:lnTo>
                    <a:pt x="4259780" y="0"/>
                  </a:lnTo>
                  <a:lnTo>
                    <a:pt x="4259780" y="2167467"/>
                  </a:lnTo>
                  <a:lnTo>
                    <a:pt x="0" y="2167467"/>
                  </a:lnTo>
                  <a:close/>
                </a:path>
              </a:pathLst>
            </a:custGeom>
            <a:solidFill>
              <a:srgbClr val="000000">
                <a:alpha val="0"/>
              </a:srgbClr>
            </a:solidFill>
            <a:ln w="38100" cap="sq" cmpd="sng">
              <a:solidFill>
                <a:srgbClr val="71CBEF"/>
              </a:solidFill>
              <a:prstDash val="solid"/>
              <a:miter lim="8000"/>
              <a:headEnd type="none" w="sm" len="sm"/>
              <a:tailEnd type="none" w="sm" len="sm"/>
            </a:ln>
          </p:spPr>
        </p:sp>
        <p:sp>
          <p:nvSpPr>
            <p:cNvPr id="176" name="Google Shape;176;p18"/>
            <p:cNvSpPr txBox="1"/>
            <p:nvPr/>
          </p:nvSpPr>
          <p:spPr>
            <a:xfrm>
              <a:off x="0" y="-47625"/>
              <a:ext cx="812800" cy="860425"/>
            </a:xfrm>
            <a:prstGeom prst="rect">
              <a:avLst/>
            </a:prstGeom>
            <a:noFill/>
            <a:ln>
              <a:noFill/>
            </a:ln>
          </p:spPr>
          <p:txBody>
            <a:bodyPr spcFirstLastPara="1" wrap="square" lIns="33867" tIns="33867" rIns="33867" bIns="33867" anchor="ctr" anchorCtr="0">
              <a:noAutofit/>
            </a:bodyPr>
            <a:lstStyle/>
            <a:p>
              <a:pPr algn="ctr">
                <a:lnSpc>
                  <a:spcPct val="186611"/>
                </a:lnSpc>
              </a:pPr>
              <a:endParaRPr sz="1200">
                <a:solidFill>
                  <a:schemeClr val="dk1"/>
                </a:solidFill>
                <a:latin typeface="Calibri"/>
                <a:ea typeface="Calibri"/>
                <a:cs typeface="Calibri"/>
                <a:sym typeface="Calibri"/>
              </a:endParaRPr>
            </a:p>
          </p:txBody>
        </p:sp>
      </p:grpSp>
      <p:pic>
        <p:nvPicPr>
          <p:cNvPr id="186" name="Google Shape;186;p18"/>
          <p:cNvPicPr preferRelativeResize="0"/>
          <p:nvPr/>
        </p:nvPicPr>
        <p:blipFill>
          <a:blip r:embed="rId3">
            <a:alphaModFix amt="25000"/>
          </a:blip>
          <a:stretch>
            <a:fillRect/>
          </a:stretch>
        </p:blipFill>
        <p:spPr>
          <a:xfrm>
            <a:off x="-152021" y="0"/>
            <a:ext cx="5096933" cy="6858000"/>
          </a:xfrm>
          <a:prstGeom prst="rect">
            <a:avLst/>
          </a:prstGeom>
          <a:noFill/>
          <a:ln>
            <a:noFill/>
          </a:ln>
          <a:effectLst>
            <a:glow rad="787400">
              <a:schemeClr val="accent1">
                <a:alpha val="76000"/>
              </a:schemeClr>
            </a:glow>
            <a:outerShdw blurRad="889000" dist="1155700" dir="5400000" algn="ctr" rotWithShape="0">
              <a:schemeClr val="tx1">
                <a:lumMod val="50000"/>
                <a:lumOff val="50000"/>
                <a:alpha val="0"/>
              </a:schemeClr>
            </a:outerShdw>
          </a:effectLst>
        </p:spPr>
      </p:pic>
      <p:sp>
        <p:nvSpPr>
          <p:cNvPr id="177" name="Google Shape;177;p18"/>
          <p:cNvSpPr txBox="1"/>
          <p:nvPr/>
        </p:nvSpPr>
        <p:spPr>
          <a:xfrm>
            <a:off x="1248509" y="833163"/>
            <a:ext cx="9325727" cy="738664"/>
          </a:xfrm>
          <a:prstGeom prst="rect">
            <a:avLst/>
          </a:prstGeom>
          <a:noFill/>
          <a:ln>
            <a:noFill/>
          </a:ln>
        </p:spPr>
        <p:txBody>
          <a:bodyPr spcFirstLastPara="1" wrap="square" lIns="0" tIns="0" rIns="0" bIns="0" anchor="t" anchorCtr="0">
            <a:spAutoFit/>
          </a:bodyPr>
          <a:lstStyle/>
          <a:p>
            <a:pPr algn="ctr" rtl="1">
              <a:lnSpc>
                <a:spcPct val="120000"/>
              </a:lnSpc>
            </a:pPr>
            <a:r>
              <a:rPr lang="fa-IR" sz="4000" dirty="0">
                <a:solidFill>
                  <a:schemeClr val="tx2"/>
                </a:solidFill>
                <a:latin typeface="Archivo Black"/>
                <a:cs typeface="B Titr" panose="00000700000000000000" pitchFamily="2" charset="-78"/>
                <a:sym typeface="Archivo Black"/>
              </a:rPr>
              <a:t>رقابت برای استانداردسازی ارتباطات سیار</a:t>
            </a:r>
            <a:endParaRPr sz="4000" dirty="0">
              <a:solidFill>
                <a:schemeClr val="tx2"/>
              </a:solidFill>
              <a:cs typeface="B Titr" panose="00000700000000000000" pitchFamily="2" charset="-78"/>
            </a:endParaRPr>
          </a:p>
        </p:txBody>
      </p:sp>
      <p:sp>
        <p:nvSpPr>
          <p:cNvPr id="179" name="Google Shape;179;p18"/>
          <p:cNvSpPr txBox="1"/>
          <p:nvPr/>
        </p:nvSpPr>
        <p:spPr>
          <a:xfrm>
            <a:off x="6842729" y="2349310"/>
            <a:ext cx="2688502" cy="393890"/>
          </a:xfrm>
          <a:prstGeom prst="rect">
            <a:avLst/>
          </a:prstGeom>
          <a:noFill/>
          <a:ln>
            <a:noFill/>
          </a:ln>
        </p:spPr>
        <p:txBody>
          <a:bodyPr spcFirstLastPara="1" wrap="square" lIns="0" tIns="0" rIns="0" bIns="0" anchor="t" anchorCtr="0">
            <a:spAutoFit/>
          </a:bodyPr>
          <a:lstStyle/>
          <a:p>
            <a:pPr algn="ctr">
              <a:lnSpc>
                <a:spcPct val="120000"/>
              </a:lnSpc>
            </a:pPr>
            <a:r>
              <a:rPr lang="en-US" sz="2133" b="1" dirty="0">
                <a:solidFill>
                  <a:srgbClr val="71CBEF"/>
                </a:solidFill>
                <a:latin typeface="Arial"/>
                <a:ea typeface="Arial"/>
                <a:cs typeface="Arial"/>
                <a:sym typeface="Arial"/>
              </a:rPr>
              <a:t>3GPP</a:t>
            </a:r>
            <a:endParaRPr sz="1200" b="1" dirty="0"/>
          </a:p>
        </p:txBody>
      </p:sp>
      <p:sp>
        <p:nvSpPr>
          <p:cNvPr id="183" name="Google Shape;183;p18"/>
          <p:cNvSpPr txBox="1"/>
          <p:nvPr/>
        </p:nvSpPr>
        <p:spPr>
          <a:xfrm>
            <a:off x="6950631" y="2815469"/>
            <a:ext cx="2580600" cy="461665"/>
          </a:xfrm>
          <a:prstGeom prst="rect">
            <a:avLst/>
          </a:prstGeom>
          <a:noFill/>
          <a:ln>
            <a:noFill/>
          </a:ln>
        </p:spPr>
        <p:txBody>
          <a:bodyPr spcFirstLastPara="1" wrap="square" lIns="0" tIns="0" rIns="0" bIns="0" anchor="t" anchorCtr="0">
            <a:spAutoFit/>
          </a:bodyPr>
          <a:lstStyle/>
          <a:p>
            <a:pPr algn="ctr" rtl="1"/>
            <a:r>
              <a:rPr lang="fa-IR" sz="1000" dirty="0">
                <a:solidFill>
                  <a:schemeClr val="bg1"/>
                </a:solidFill>
                <a:cs typeface="B Titr" panose="00000700000000000000" pitchFamily="2" charset="-78"/>
              </a:rPr>
              <a:t>پروژه مشارکت نسل سوم </a:t>
            </a:r>
            <a:r>
              <a:rPr lang="en-US" sz="1000" b="1" dirty="0">
                <a:solidFill>
                  <a:schemeClr val="bg1"/>
                </a:solidFill>
                <a:cs typeface="B Titr" panose="00000700000000000000" pitchFamily="2" charset="-78"/>
              </a:rPr>
              <a:t>3GPP</a:t>
            </a:r>
            <a:r>
              <a:rPr lang="fa-IR" sz="1000" dirty="0">
                <a:solidFill>
                  <a:schemeClr val="bg1"/>
                </a:solidFill>
                <a:cs typeface="B Titr" panose="00000700000000000000" pitchFamily="2" charset="-78"/>
              </a:rPr>
              <a:t> یک پروژه بین‌المللی استانداردسازی است که مشخصات فنی فناوری‌های ارتباطات موبایل،</a:t>
            </a:r>
            <a:r>
              <a:rPr lang="en-US" sz="1000" dirty="0">
                <a:solidFill>
                  <a:schemeClr val="bg1"/>
                </a:solidFill>
                <a:cs typeface="B Titr" panose="00000700000000000000" pitchFamily="2" charset="-78"/>
              </a:rPr>
              <a:t> </a:t>
            </a:r>
            <a:r>
              <a:rPr lang="fa-IR" sz="1000" dirty="0">
                <a:solidFill>
                  <a:schemeClr val="bg1"/>
                </a:solidFill>
                <a:cs typeface="B Titr" panose="00000700000000000000" pitchFamily="2" charset="-78"/>
              </a:rPr>
              <a:t>را توسعه می‌دهد.</a:t>
            </a:r>
          </a:p>
        </p:txBody>
      </p:sp>
      <p:pic>
        <p:nvPicPr>
          <p:cNvPr id="4" name="Graphic 3" descr="Meeting with solid fill">
            <a:extLst>
              <a:ext uri="{FF2B5EF4-FFF2-40B4-BE49-F238E27FC236}">
                <a16:creationId xmlns:a16="http://schemas.microsoft.com/office/drawing/2014/main" id="{9BF4A6C0-B7CB-4E96-BF10-D40DF6187C2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729780" y="1483738"/>
            <a:ext cx="914400" cy="914400"/>
          </a:xfrm>
          <a:prstGeom prst="rect">
            <a:avLst/>
          </a:prstGeom>
        </p:spPr>
      </p:pic>
      <p:sp>
        <p:nvSpPr>
          <p:cNvPr id="19" name="Google Shape;179;p18">
            <a:extLst>
              <a:ext uri="{FF2B5EF4-FFF2-40B4-BE49-F238E27FC236}">
                <a16:creationId xmlns:a16="http://schemas.microsoft.com/office/drawing/2014/main" id="{65A3908A-6C3C-478A-BB1F-E9C1046F874E}"/>
              </a:ext>
            </a:extLst>
          </p:cNvPr>
          <p:cNvSpPr txBox="1"/>
          <p:nvPr/>
        </p:nvSpPr>
        <p:spPr>
          <a:xfrm>
            <a:off x="1915019" y="2347148"/>
            <a:ext cx="2688502" cy="393890"/>
          </a:xfrm>
          <a:prstGeom prst="rect">
            <a:avLst/>
          </a:prstGeom>
          <a:noFill/>
          <a:ln>
            <a:noFill/>
          </a:ln>
        </p:spPr>
        <p:txBody>
          <a:bodyPr spcFirstLastPara="1" wrap="square" lIns="0" tIns="0" rIns="0" bIns="0" anchor="t" anchorCtr="0">
            <a:spAutoFit/>
          </a:bodyPr>
          <a:lstStyle/>
          <a:p>
            <a:pPr algn="ctr">
              <a:lnSpc>
                <a:spcPct val="120000"/>
              </a:lnSpc>
            </a:pPr>
            <a:r>
              <a:rPr lang="en-US" sz="2133" b="1" dirty="0">
                <a:solidFill>
                  <a:srgbClr val="71CBEF"/>
                </a:solidFill>
                <a:latin typeface="Arial"/>
                <a:ea typeface="Arial"/>
                <a:cs typeface="Arial"/>
                <a:sym typeface="Arial"/>
              </a:rPr>
              <a:t>WIMAX Forum</a:t>
            </a:r>
            <a:endParaRPr sz="1200" b="1" dirty="0"/>
          </a:p>
        </p:txBody>
      </p:sp>
      <p:sp>
        <p:nvSpPr>
          <p:cNvPr id="20" name="Google Shape;183;p18">
            <a:extLst>
              <a:ext uri="{FF2B5EF4-FFF2-40B4-BE49-F238E27FC236}">
                <a16:creationId xmlns:a16="http://schemas.microsoft.com/office/drawing/2014/main" id="{A6A2F948-2CEC-4BB1-9468-531119724161}"/>
              </a:ext>
            </a:extLst>
          </p:cNvPr>
          <p:cNvSpPr txBox="1"/>
          <p:nvPr/>
        </p:nvSpPr>
        <p:spPr>
          <a:xfrm>
            <a:off x="2022921" y="2738876"/>
            <a:ext cx="2580600" cy="615553"/>
          </a:xfrm>
          <a:prstGeom prst="rect">
            <a:avLst/>
          </a:prstGeom>
          <a:noFill/>
          <a:ln>
            <a:noFill/>
          </a:ln>
        </p:spPr>
        <p:txBody>
          <a:bodyPr spcFirstLastPara="1" wrap="square" lIns="0" tIns="0" rIns="0" bIns="0" anchor="t" anchorCtr="0">
            <a:spAutoFit/>
          </a:bodyPr>
          <a:lstStyle/>
          <a:p>
            <a:pPr algn="ctr" rtl="1"/>
            <a:r>
              <a:rPr lang="fa-IR" sz="1000" dirty="0">
                <a:solidFill>
                  <a:schemeClr val="bg1"/>
                </a:solidFill>
                <a:cs typeface="B Titr" panose="00000700000000000000" pitchFamily="2" charset="-78"/>
              </a:rPr>
              <a:t>انجمن وایمکس</a:t>
            </a:r>
            <a:r>
              <a:rPr lang="en-US" sz="1000" dirty="0">
                <a:solidFill>
                  <a:schemeClr val="bg1"/>
                </a:solidFill>
                <a:cs typeface="B Titr" panose="00000700000000000000" pitchFamily="2" charset="-78"/>
              </a:rPr>
              <a:t>(WiMAX Forum) </a:t>
            </a:r>
            <a:r>
              <a:rPr lang="fa-IR" sz="1000" dirty="0">
                <a:solidFill>
                  <a:schemeClr val="bg1"/>
                </a:solidFill>
                <a:cs typeface="B Titr" panose="00000700000000000000" pitchFamily="2" charset="-78"/>
              </a:rPr>
              <a:t> یک سازمان صنعتی غیرانتفاعی است که در سال ۲۰۰۱ برای گسترش فناوری وایمکس، بهبود سازگاری تجهیزات تولیدکنندگان مختلف و کمک به توسعه بازار اینترنت پهن‌باند بی‌سیم تأسیس شد.</a:t>
            </a:r>
          </a:p>
        </p:txBody>
      </p:sp>
      <p:pic>
        <p:nvPicPr>
          <p:cNvPr id="21" name="Graphic 20" descr="Building with solid fill">
            <a:extLst>
              <a:ext uri="{FF2B5EF4-FFF2-40B4-BE49-F238E27FC236}">
                <a16:creationId xmlns:a16="http://schemas.microsoft.com/office/drawing/2014/main" id="{C1502DC0-D345-4D52-8241-729CE49080E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2802070" y="1502288"/>
            <a:ext cx="914400" cy="914400"/>
          </a:xfrm>
          <a:prstGeom prst="rect">
            <a:avLst/>
          </a:prstGeom>
        </p:spPr>
      </p:pic>
      <p:cxnSp>
        <p:nvCxnSpPr>
          <p:cNvPr id="7" name="Straight Connector 6">
            <a:extLst>
              <a:ext uri="{FF2B5EF4-FFF2-40B4-BE49-F238E27FC236}">
                <a16:creationId xmlns:a16="http://schemas.microsoft.com/office/drawing/2014/main" id="{7A99FD8B-17C3-4079-A77F-37A183B36E43}"/>
              </a:ext>
            </a:extLst>
          </p:cNvPr>
          <p:cNvCxnSpPr/>
          <p:nvPr/>
        </p:nvCxnSpPr>
        <p:spPr>
          <a:xfrm>
            <a:off x="-674255" y="3269673"/>
            <a:ext cx="0" cy="0"/>
          </a:xfrm>
          <a:prstGeom prst="line">
            <a:avLst/>
          </a:prstGeom>
        </p:spPr>
        <p:style>
          <a:lnRef idx="1">
            <a:schemeClr val="accent3"/>
          </a:lnRef>
          <a:fillRef idx="0">
            <a:schemeClr val="accent3"/>
          </a:fillRef>
          <a:effectRef idx="0">
            <a:schemeClr val="accent3"/>
          </a:effectRef>
          <a:fontRef idx="minor">
            <a:schemeClr val="tx1"/>
          </a:fontRef>
        </p:style>
      </p:cxnSp>
      <p:cxnSp>
        <p:nvCxnSpPr>
          <p:cNvPr id="27" name="Google Shape;432;p30">
            <a:extLst>
              <a:ext uri="{FF2B5EF4-FFF2-40B4-BE49-F238E27FC236}">
                <a16:creationId xmlns:a16="http://schemas.microsoft.com/office/drawing/2014/main" id="{48F17394-40D7-4A83-B8E7-D5636236CF7B}"/>
              </a:ext>
            </a:extLst>
          </p:cNvPr>
          <p:cNvCxnSpPr>
            <a:cxnSpLocks/>
          </p:cNvCxnSpPr>
          <p:nvPr/>
        </p:nvCxnSpPr>
        <p:spPr>
          <a:xfrm>
            <a:off x="3257878" y="3429000"/>
            <a:ext cx="0" cy="312136"/>
          </a:xfrm>
          <a:prstGeom prst="straightConnector1">
            <a:avLst/>
          </a:prstGeom>
          <a:noFill/>
          <a:ln w="38100" cap="flat" cmpd="sng">
            <a:solidFill>
              <a:srgbClr val="71CBEF"/>
            </a:solidFill>
            <a:prstDash val="solid"/>
            <a:round/>
            <a:headEnd type="none" w="sm" len="sm"/>
            <a:tailEnd type="none" w="sm" len="sm"/>
          </a:ln>
        </p:spPr>
      </p:cxnSp>
      <p:sp>
        <p:nvSpPr>
          <p:cNvPr id="32" name="Google Shape;309;p24">
            <a:extLst>
              <a:ext uri="{FF2B5EF4-FFF2-40B4-BE49-F238E27FC236}">
                <a16:creationId xmlns:a16="http://schemas.microsoft.com/office/drawing/2014/main" id="{6E309A01-9B0F-4F0D-87C6-1DC2A5A4FED5}"/>
              </a:ext>
            </a:extLst>
          </p:cNvPr>
          <p:cNvSpPr/>
          <p:nvPr/>
        </p:nvSpPr>
        <p:spPr>
          <a:xfrm>
            <a:off x="3160356" y="3810793"/>
            <a:ext cx="195044" cy="197835"/>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1C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79;p18">
            <a:extLst>
              <a:ext uri="{FF2B5EF4-FFF2-40B4-BE49-F238E27FC236}">
                <a16:creationId xmlns:a16="http://schemas.microsoft.com/office/drawing/2014/main" id="{8BC0B270-2328-452E-8829-276BF3BDC308}"/>
              </a:ext>
            </a:extLst>
          </p:cNvPr>
          <p:cNvSpPr txBox="1"/>
          <p:nvPr/>
        </p:nvSpPr>
        <p:spPr>
          <a:xfrm>
            <a:off x="2575671" y="3771210"/>
            <a:ext cx="2688502" cy="276999"/>
          </a:xfrm>
          <a:prstGeom prst="rect">
            <a:avLst/>
          </a:prstGeom>
          <a:noFill/>
          <a:ln>
            <a:noFill/>
          </a:ln>
        </p:spPr>
        <p:txBody>
          <a:bodyPr spcFirstLastPara="1" wrap="square" lIns="0" tIns="0" rIns="0" bIns="0" anchor="t" anchorCtr="0">
            <a:spAutoFit/>
          </a:bodyPr>
          <a:lstStyle/>
          <a:p>
            <a:pPr algn="ctr">
              <a:lnSpc>
                <a:spcPct val="120000"/>
              </a:lnSpc>
            </a:pPr>
            <a:r>
              <a:rPr lang="en-US" sz="1500" b="1" dirty="0">
                <a:solidFill>
                  <a:srgbClr val="71CBEF"/>
                </a:solidFill>
                <a:latin typeface="Arial"/>
                <a:cs typeface="Arial"/>
                <a:sym typeface="Arial"/>
              </a:rPr>
              <a:t>IEEE 802</a:t>
            </a:r>
            <a:endParaRPr sz="1500" b="1" dirty="0"/>
          </a:p>
        </p:txBody>
      </p:sp>
      <p:cxnSp>
        <p:nvCxnSpPr>
          <p:cNvPr id="35" name="Straight Connector 34">
            <a:extLst>
              <a:ext uri="{FF2B5EF4-FFF2-40B4-BE49-F238E27FC236}">
                <a16:creationId xmlns:a16="http://schemas.microsoft.com/office/drawing/2014/main" id="{74D5D421-A2CD-40D5-AB9A-00AB03CD86E8}"/>
              </a:ext>
            </a:extLst>
          </p:cNvPr>
          <p:cNvCxnSpPr/>
          <p:nvPr/>
        </p:nvCxnSpPr>
        <p:spPr>
          <a:xfrm>
            <a:off x="-674255" y="3923870"/>
            <a:ext cx="0" cy="0"/>
          </a:xfrm>
          <a:prstGeom prst="line">
            <a:avLst/>
          </a:prstGeom>
        </p:spPr>
        <p:style>
          <a:lnRef idx="1">
            <a:schemeClr val="accent3"/>
          </a:lnRef>
          <a:fillRef idx="0">
            <a:schemeClr val="accent3"/>
          </a:fillRef>
          <a:effectRef idx="0">
            <a:schemeClr val="accent3"/>
          </a:effectRef>
          <a:fontRef idx="minor">
            <a:schemeClr val="tx1"/>
          </a:fontRef>
        </p:style>
      </p:cxnSp>
      <p:cxnSp>
        <p:nvCxnSpPr>
          <p:cNvPr id="36" name="Google Shape;432;p30">
            <a:extLst>
              <a:ext uri="{FF2B5EF4-FFF2-40B4-BE49-F238E27FC236}">
                <a16:creationId xmlns:a16="http://schemas.microsoft.com/office/drawing/2014/main" id="{5211E329-5D79-40B0-A7C5-F46E9A0E359F}"/>
              </a:ext>
            </a:extLst>
          </p:cNvPr>
          <p:cNvCxnSpPr>
            <a:cxnSpLocks/>
          </p:cNvCxnSpPr>
          <p:nvPr/>
        </p:nvCxnSpPr>
        <p:spPr>
          <a:xfrm>
            <a:off x="3257878" y="4083197"/>
            <a:ext cx="0" cy="312136"/>
          </a:xfrm>
          <a:prstGeom prst="straightConnector1">
            <a:avLst/>
          </a:prstGeom>
          <a:noFill/>
          <a:ln w="38100" cap="flat" cmpd="sng">
            <a:solidFill>
              <a:srgbClr val="71CBEF"/>
            </a:solidFill>
            <a:prstDash val="solid"/>
            <a:round/>
            <a:headEnd type="none" w="sm" len="sm"/>
            <a:tailEnd type="none" w="sm" len="sm"/>
          </a:ln>
        </p:spPr>
      </p:cxnSp>
      <p:sp>
        <p:nvSpPr>
          <p:cNvPr id="37" name="Google Shape;309;p24">
            <a:extLst>
              <a:ext uri="{FF2B5EF4-FFF2-40B4-BE49-F238E27FC236}">
                <a16:creationId xmlns:a16="http://schemas.microsoft.com/office/drawing/2014/main" id="{AB04D6EF-3AFC-4430-BF55-6A29AF83A76D}"/>
              </a:ext>
            </a:extLst>
          </p:cNvPr>
          <p:cNvSpPr/>
          <p:nvPr/>
        </p:nvSpPr>
        <p:spPr>
          <a:xfrm>
            <a:off x="3160356" y="4464990"/>
            <a:ext cx="195044" cy="197835"/>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1C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79;p18">
            <a:extLst>
              <a:ext uri="{FF2B5EF4-FFF2-40B4-BE49-F238E27FC236}">
                <a16:creationId xmlns:a16="http://schemas.microsoft.com/office/drawing/2014/main" id="{321D86AD-8FFD-4F18-947F-8A21953F75E1}"/>
              </a:ext>
            </a:extLst>
          </p:cNvPr>
          <p:cNvSpPr txBox="1"/>
          <p:nvPr/>
        </p:nvSpPr>
        <p:spPr>
          <a:xfrm>
            <a:off x="678670" y="4425407"/>
            <a:ext cx="2688502" cy="276999"/>
          </a:xfrm>
          <a:prstGeom prst="rect">
            <a:avLst/>
          </a:prstGeom>
          <a:noFill/>
          <a:ln>
            <a:noFill/>
          </a:ln>
        </p:spPr>
        <p:txBody>
          <a:bodyPr spcFirstLastPara="1" wrap="square" lIns="0" tIns="0" rIns="0" bIns="0" anchor="t" anchorCtr="0">
            <a:spAutoFit/>
          </a:bodyPr>
          <a:lstStyle/>
          <a:p>
            <a:pPr algn="ctr">
              <a:lnSpc>
                <a:spcPct val="120000"/>
              </a:lnSpc>
            </a:pPr>
            <a:r>
              <a:rPr lang="en-US" sz="1500" b="1" dirty="0">
                <a:solidFill>
                  <a:srgbClr val="71CBEF"/>
                </a:solidFill>
                <a:latin typeface="Arial"/>
                <a:cs typeface="Arial"/>
                <a:sym typeface="Arial"/>
              </a:rPr>
              <a:t>Full packet switching</a:t>
            </a:r>
            <a:endParaRPr sz="1500" b="1" dirty="0"/>
          </a:p>
        </p:txBody>
      </p:sp>
      <p:cxnSp>
        <p:nvCxnSpPr>
          <p:cNvPr id="40" name="Google Shape;432;p30">
            <a:extLst>
              <a:ext uri="{FF2B5EF4-FFF2-40B4-BE49-F238E27FC236}">
                <a16:creationId xmlns:a16="http://schemas.microsoft.com/office/drawing/2014/main" id="{1336CADA-5B9E-41C6-B797-1E3DA23D99F6}"/>
              </a:ext>
            </a:extLst>
          </p:cNvPr>
          <p:cNvCxnSpPr>
            <a:cxnSpLocks/>
          </p:cNvCxnSpPr>
          <p:nvPr/>
        </p:nvCxnSpPr>
        <p:spPr>
          <a:xfrm>
            <a:off x="3257878" y="4729059"/>
            <a:ext cx="0" cy="312136"/>
          </a:xfrm>
          <a:prstGeom prst="straightConnector1">
            <a:avLst/>
          </a:prstGeom>
          <a:noFill/>
          <a:ln w="38100" cap="flat" cmpd="sng">
            <a:solidFill>
              <a:srgbClr val="71CBEF"/>
            </a:solidFill>
            <a:prstDash val="solid"/>
            <a:round/>
            <a:headEnd type="none" w="sm" len="sm"/>
            <a:tailEnd type="none" w="sm" len="sm"/>
          </a:ln>
        </p:spPr>
      </p:cxnSp>
      <p:sp>
        <p:nvSpPr>
          <p:cNvPr id="41" name="Google Shape;309;p24">
            <a:extLst>
              <a:ext uri="{FF2B5EF4-FFF2-40B4-BE49-F238E27FC236}">
                <a16:creationId xmlns:a16="http://schemas.microsoft.com/office/drawing/2014/main" id="{BF6BE28F-3761-4B0C-8158-73B6E5F60820}"/>
              </a:ext>
            </a:extLst>
          </p:cNvPr>
          <p:cNvSpPr/>
          <p:nvPr/>
        </p:nvSpPr>
        <p:spPr>
          <a:xfrm>
            <a:off x="3160356" y="5110852"/>
            <a:ext cx="195044" cy="197835"/>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1C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79;p18">
            <a:extLst>
              <a:ext uri="{FF2B5EF4-FFF2-40B4-BE49-F238E27FC236}">
                <a16:creationId xmlns:a16="http://schemas.microsoft.com/office/drawing/2014/main" id="{A1DC0FCD-BD1A-417B-A788-AD49DC722F2F}"/>
              </a:ext>
            </a:extLst>
          </p:cNvPr>
          <p:cNvSpPr txBox="1"/>
          <p:nvPr/>
        </p:nvSpPr>
        <p:spPr>
          <a:xfrm>
            <a:off x="2575671" y="5071269"/>
            <a:ext cx="2688502" cy="276999"/>
          </a:xfrm>
          <a:prstGeom prst="rect">
            <a:avLst/>
          </a:prstGeom>
          <a:noFill/>
          <a:ln>
            <a:noFill/>
          </a:ln>
        </p:spPr>
        <p:txBody>
          <a:bodyPr spcFirstLastPara="1" wrap="square" lIns="0" tIns="0" rIns="0" bIns="0" anchor="t" anchorCtr="0">
            <a:spAutoFit/>
          </a:bodyPr>
          <a:lstStyle/>
          <a:p>
            <a:pPr algn="ctr">
              <a:lnSpc>
                <a:spcPct val="120000"/>
              </a:lnSpc>
            </a:pPr>
            <a:r>
              <a:rPr lang="en-US" sz="1500" b="1" dirty="0">
                <a:solidFill>
                  <a:srgbClr val="71CBEF"/>
                </a:solidFill>
                <a:latin typeface="Arial"/>
                <a:cs typeface="Arial"/>
                <a:sym typeface="Arial"/>
              </a:rPr>
              <a:t>M-WIMAX</a:t>
            </a:r>
            <a:endParaRPr sz="1500" b="1" dirty="0"/>
          </a:p>
        </p:txBody>
      </p:sp>
      <p:cxnSp>
        <p:nvCxnSpPr>
          <p:cNvPr id="46" name="Google Shape;432;p30">
            <a:extLst>
              <a:ext uri="{FF2B5EF4-FFF2-40B4-BE49-F238E27FC236}">
                <a16:creationId xmlns:a16="http://schemas.microsoft.com/office/drawing/2014/main" id="{0A9DA867-CFD9-44E0-B0F6-FACB4199E485}"/>
              </a:ext>
            </a:extLst>
          </p:cNvPr>
          <p:cNvCxnSpPr>
            <a:cxnSpLocks/>
          </p:cNvCxnSpPr>
          <p:nvPr/>
        </p:nvCxnSpPr>
        <p:spPr>
          <a:xfrm>
            <a:off x="8284502" y="3437341"/>
            <a:ext cx="0" cy="312136"/>
          </a:xfrm>
          <a:prstGeom prst="straightConnector1">
            <a:avLst/>
          </a:prstGeom>
          <a:noFill/>
          <a:ln w="38100" cap="flat" cmpd="sng">
            <a:solidFill>
              <a:srgbClr val="71CBEF"/>
            </a:solidFill>
            <a:prstDash val="solid"/>
            <a:round/>
            <a:headEnd type="none" w="sm" len="sm"/>
            <a:tailEnd type="none" w="sm" len="sm"/>
          </a:ln>
        </p:spPr>
      </p:cxnSp>
      <p:sp>
        <p:nvSpPr>
          <p:cNvPr id="47" name="Google Shape;309;p24">
            <a:extLst>
              <a:ext uri="{FF2B5EF4-FFF2-40B4-BE49-F238E27FC236}">
                <a16:creationId xmlns:a16="http://schemas.microsoft.com/office/drawing/2014/main" id="{D832BB4C-914E-441B-8BF1-EEF213D60DCB}"/>
              </a:ext>
            </a:extLst>
          </p:cNvPr>
          <p:cNvSpPr/>
          <p:nvPr/>
        </p:nvSpPr>
        <p:spPr>
          <a:xfrm>
            <a:off x="8186980" y="3819134"/>
            <a:ext cx="195044" cy="197835"/>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1C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79;p18">
            <a:extLst>
              <a:ext uri="{FF2B5EF4-FFF2-40B4-BE49-F238E27FC236}">
                <a16:creationId xmlns:a16="http://schemas.microsoft.com/office/drawing/2014/main" id="{0BD69BDB-5003-4E12-9BC0-1FA33FC4D332}"/>
              </a:ext>
            </a:extLst>
          </p:cNvPr>
          <p:cNvSpPr txBox="1"/>
          <p:nvPr/>
        </p:nvSpPr>
        <p:spPr>
          <a:xfrm>
            <a:off x="6258988" y="3782199"/>
            <a:ext cx="2688502" cy="276999"/>
          </a:xfrm>
          <a:prstGeom prst="rect">
            <a:avLst/>
          </a:prstGeom>
          <a:noFill/>
          <a:ln>
            <a:noFill/>
          </a:ln>
        </p:spPr>
        <p:txBody>
          <a:bodyPr spcFirstLastPara="1" wrap="square" lIns="0" tIns="0" rIns="0" bIns="0" anchor="t" anchorCtr="0">
            <a:spAutoFit/>
          </a:bodyPr>
          <a:lstStyle/>
          <a:p>
            <a:pPr algn="ctr">
              <a:lnSpc>
                <a:spcPct val="120000"/>
              </a:lnSpc>
            </a:pPr>
            <a:r>
              <a:rPr lang="en-US" sz="1500" b="1" dirty="0">
                <a:solidFill>
                  <a:srgbClr val="71CBEF"/>
                </a:solidFill>
                <a:latin typeface="Arial"/>
                <a:cs typeface="Arial"/>
                <a:sym typeface="Arial"/>
              </a:rPr>
              <a:t>ITU</a:t>
            </a:r>
            <a:endParaRPr sz="1500" b="1" dirty="0"/>
          </a:p>
        </p:txBody>
      </p:sp>
      <p:cxnSp>
        <p:nvCxnSpPr>
          <p:cNvPr id="49" name="Google Shape;432;p30">
            <a:extLst>
              <a:ext uri="{FF2B5EF4-FFF2-40B4-BE49-F238E27FC236}">
                <a16:creationId xmlns:a16="http://schemas.microsoft.com/office/drawing/2014/main" id="{BF7F5690-3388-49B6-BEE3-4D3C45C990B0}"/>
              </a:ext>
            </a:extLst>
          </p:cNvPr>
          <p:cNvCxnSpPr>
            <a:cxnSpLocks/>
          </p:cNvCxnSpPr>
          <p:nvPr/>
        </p:nvCxnSpPr>
        <p:spPr>
          <a:xfrm>
            <a:off x="8284502" y="4091538"/>
            <a:ext cx="0" cy="312136"/>
          </a:xfrm>
          <a:prstGeom prst="straightConnector1">
            <a:avLst/>
          </a:prstGeom>
          <a:noFill/>
          <a:ln w="38100" cap="flat" cmpd="sng">
            <a:solidFill>
              <a:srgbClr val="71CBEF"/>
            </a:solidFill>
            <a:prstDash val="solid"/>
            <a:round/>
            <a:headEnd type="none" w="sm" len="sm"/>
            <a:tailEnd type="none" w="sm" len="sm"/>
          </a:ln>
        </p:spPr>
      </p:cxnSp>
      <p:sp>
        <p:nvSpPr>
          <p:cNvPr id="50" name="Google Shape;309;p24">
            <a:extLst>
              <a:ext uri="{FF2B5EF4-FFF2-40B4-BE49-F238E27FC236}">
                <a16:creationId xmlns:a16="http://schemas.microsoft.com/office/drawing/2014/main" id="{331ABAED-C22E-47A1-B897-47A449AD5B4E}"/>
              </a:ext>
            </a:extLst>
          </p:cNvPr>
          <p:cNvSpPr/>
          <p:nvPr/>
        </p:nvSpPr>
        <p:spPr>
          <a:xfrm>
            <a:off x="8186980" y="4473331"/>
            <a:ext cx="195044" cy="197835"/>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1C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79;p18">
            <a:extLst>
              <a:ext uri="{FF2B5EF4-FFF2-40B4-BE49-F238E27FC236}">
                <a16:creationId xmlns:a16="http://schemas.microsoft.com/office/drawing/2014/main" id="{DC35AF94-679F-416F-8FD2-520D96071413}"/>
              </a:ext>
            </a:extLst>
          </p:cNvPr>
          <p:cNvSpPr txBox="1"/>
          <p:nvPr/>
        </p:nvSpPr>
        <p:spPr>
          <a:xfrm>
            <a:off x="8382024" y="4457360"/>
            <a:ext cx="2688502" cy="276999"/>
          </a:xfrm>
          <a:prstGeom prst="rect">
            <a:avLst/>
          </a:prstGeom>
          <a:noFill/>
          <a:ln>
            <a:noFill/>
          </a:ln>
        </p:spPr>
        <p:txBody>
          <a:bodyPr spcFirstLastPara="1" wrap="square" lIns="0" tIns="0" rIns="0" bIns="0" anchor="t" anchorCtr="0">
            <a:spAutoFit/>
          </a:bodyPr>
          <a:lstStyle/>
          <a:p>
            <a:pPr algn="ctr">
              <a:lnSpc>
                <a:spcPct val="120000"/>
              </a:lnSpc>
            </a:pPr>
            <a:r>
              <a:rPr lang="en-US" sz="1500" b="1" dirty="0">
                <a:solidFill>
                  <a:srgbClr val="71CBEF"/>
                </a:solidFill>
                <a:latin typeface="Arial"/>
                <a:cs typeface="Arial"/>
                <a:sym typeface="Arial"/>
              </a:rPr>
              <a:t>Circuit switching for calls</a:t>
            </a:r>
            <a:endParaRPr sz="1500" b="1" dirty="0"/>
          </a:p>
        </p:txBody>
      </p:sp>
      <p:cxnSp>
        <p:nvCxnSpPr>
          <p:cNvPr id="52" name="Google Shape;432;p30">
            <a:extLst>
              <a:ext uri="{FF2B5EF4-FFF2-40B4-BE49-F238E27FC236}">
                <a16:creationId xmlns:a16="http://schemas.microsoft.com/office/drawing/2014/main" id="{9CD150F4-2C87-47AD-9064-B632F5488FEB}"/>
              </a:ext>
            </a:extLst>
          </p:cNvPr>
          <p:cNvCxnSpPr>
            <a:cxnSpLocks/>
          </p:cNvCxnSpPr>
          <p:nvPr/>
        </p:nvCxnSpPr>
        <p:spPr>
          <a:xfrm>
            <a:off x="8284502" y="4737400"/>
            <a:ext cx="0" cy="312136"/>
          </a:xfrm>
          <a:prstGeom prst="straightConnector1">
            <a:avLst/>
          </a:prstGeom>
          <a:noFill/>
          <a:ln w="38100" cap="flat" cmpd="sng">
            <a:solidFill>
              <a:srgbClr val="71CBEF"/>
            </a:solidFill>
            <a:prstDash val="solid"/>
            <a:round/>
            <a:headEnd type="none" w="sm" len="sm"/>
            <a:tailEnd type="none" w="sm" len="sm"/>
          </a:ln>
        </p:spPr>
      </p:cxnSp>
      <p:sp>
        <p:nvSpPr>
          <p:cNvPr id="53" name="Google Shape;309;p24">
            <a:extLst>
              <a:ext uri="{FF2B5EF4-FFF2-40B4-BE49-F238E27FC236}">
                <a16:creationId xmlns:a16="http://schemas.microsoft.com/office/drawing/2014/main" id="{294901E4-723E-4FB7-89D3-58C8C28F116B}"/>
              </a:ext>
            </a:extLst>
          </p:cNvPr>
          <p:cNvSpPr/>
          <p:nvPr/>
        </p:nvSpPr>
        <p:spPr>
          <a:xfrm>
            <a:off x="8186980" y="5119193"/>
            <a:ext cx="195044" cy="197835"/>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1C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79;p18">
            <a:extLst>
              <a:ext uri="{FF2B5EF4-FFF2-40B4-BE49-F238E27FC236}">
                <a16:creationId xmlns:a16="http://schemas.microsoft.com/office/drawing/2014/main" id="{2F67ED6C-5B83-4A3F-9592-F51B829AECA1}"/>
              </a:ext>
            </a:extLst>
          </p:cNvPr>
          <p:cNvSpPr txBox="1"/>
          <p:nvPr/>
        </p:nvSpPr>
        <p:spPr>
          <a:xfrm>
            <a:off x="5984776" y="5068795"/>
            <a:ext cx="2688502" cy="276999"/>
          </a:xfrm>
          <a:prstGeom prst="rect">
            <a:avLst/>
          </a:prstGeom>
          <a:noFill/>
          <a:ln>
            <a:noFill/>
          </a:ln>
        </p:spPr>
        <p:txBody>
          <a:bodyPr spcFirstLastPara="1" wrap="square" lIns="0" tIns="0" rIns="0" bIns="0" anchor="t" anchorCtr="0">
            <a:spAutoFit/>
          </a:bodyPr>
          <a:lstStyle/>
          <a:p>
            <a:pPr algn="ctr">
              <a:lnSpc>
                <a:spcPct val="120000"/>
              </a:lnSpc>
            </a:pPr>
            <a:r>
              <a:rPr lang="en-US" sz="1500" b="1" dirty="0">
                <a:solidFill>
                  <a:schemeClr val="tx2"/>
                </a:solidFill>
              </a:rPr>
              <a:t>HSPA/UMTS/…</a:t>
            </a:r>
            <a:endParaRPr sz="1500" b="1" dirty="0">
              <a:solidFill>
                <a:schemeClr val="tx2"/>
              </a:solidFill>
            </a:endParaRPr>
          </a:p>
        </p:txBody>
      </p:sp>
      <p:cxnSp>
        <p:nvCxnSpPr>
          <p:cNvPr id="55" name="Google Shape;432;p30">
            <a:extLst>
              <a:ext uri="{FF2B5EF4-FFF2-40B4-BE49-F238E27FC236}">
                <a16:creationId xmlns:a16="http://schemas.microsoft.com/office/drawing/2014/main" id="{DFA4393D-8128-4111-BE6B-9E1A1B377092}"/>
              </a:ext>
            </a:extLst>
          </p:cNvPr>
          <p:cNvCxnSpPr>
            <a:cxnSpLocks/>
          </p:cNvCxnSpPr>
          <p:nvPr/>
        </p:nvCxnSpPr>
        <p:spPr>
          <a:xfrm>
            <a:off x="8296772" y="5423200"/>
            <a:ext cx="0" cy="312136"/>
          </a:xfrm>
          <a:prstGeom prst="straightConnector1">
            <a:avLst/>
          </a:prstGeom>
          <a:noFill/>
          <a:ln w="38100" cap="flat" cmpd="sng">
            <a:solidFill>
              <a:srgbClr val="00B050"/>
            </a:solidFill>
            <a:prstDash val="solid"/>
            <a:round/>
            <a:headEnd type="none" w="sm" len="sm"/>
            <a:tailEnd type="none" w="sm" len="sm"/>
          </a:ln>
        </p:spPr>
      </p:cxnSp>
      <p:sp>
        <p:nvSpPr>
          <p:cNvPr id="56" name="Google Shape;309;p24">
            <a:extLst>
              <a:ext uri="{FF2B5EF4-FFF2-40B4-BE49-F238E27FC236}">
                <a16:creationId xmlns:a16="http://schemas.microsoft.com/office/drawing/2014/main" id="{5809EA88-A9DD-4564-B3FC-4793C375DAEA}"/>
              </a:ext>
            </a:extLst>
          </p:cNvPr>
          <p:cNvSpPr/>
          <p:nvPr/>
        </p:nvSpPr>
        <p:spPr>
          <a:xfrm>
            <a:off x="8199250" y="5804993"/>
            <a:ext cx="195044" cy="197835"/>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 name="Picture 21">
            <a:extLst>
              <a:ext uri="{FF2B5EF4-FFF2-40B4-BE49-F238E27FC236}">
                <a16:creationId xmlns:a16="http://schemas.microsoft.com/office/drawing/2014/main" id="{BF7E0627-5464-4F05-B02B-685244EB7404}"/>
              </a:ext>
            </a:extLst>
          </p:cNvPr>
          <p:cNvPicPr>
            <a:picLocks noChangeAspect="1"/>
          </p:cNvPicPr>
          <p:nvPr/>
        </p:nvPicPr>
        <p:blipFill>
          <a:blip r:embed="rId8"/>
          <a:stretch>
            <a:fillRect/>
          </a:stretch>
        </p:blipFill>
        <p:spPr>
          <a:xfrm rot="16200000">
            <a:off x="8683425" y="5614325"/>
            <a:ext cx="195089" cy="579170"/>
          </a:xfrm>
          <a:prstGeom prst="rect">
            <a:avLst/>
          </a:prstGeom>
        </p:spPr>
      </p:pic>
      <p:sp>
        <p:nvSpPr>
          <p:cNvPr id="74" name="Google Shape;179;p18">
            <a:extLst>
              <a:ext uri="{FF2B5EF4-FFF2-40B4-BE49-F238E27FC236}">
                <a16:creationId xmlns:a16="http://schemas.microsoft.com/office/drawing/2014/main" id="{2E994E2A-8919-4BF4-B274-C4EE71643DDA}"/>
              </a:ext>
            </a:extLst>
          </p:cNvPr>
          <p:cNvSpPr txBox="1"/>
          <p:nvPr/>
        </p:nvSpPr>
        <p:spPr>
          <a:xfrm>
            <a:off x="5754337" y="5782134"/>
            <a:ext cx="2688502" cy="276999"/>
          </a:xfrm>
          <a:prstGeom prst="rect">
            <a:avLst/>
          </a:prstGeom>
          <a:noFill/>
          <a:ln>
            <a:noFill/>
          </a:ln>
        </p:spPr>
        <p:txBody>
          <a:bodyPr spcFirstLastPara="1" wrap="square" lIns="0" tIns="0" rIns="0" bIns="0" anchor="t" anchorCtr="0">
            <a:spAutoFit/>
          </a:bodyPr>
          <a:lstStyle/>
          <a:p>
            <a:pPr algn="ctr">
              <a:lnSpc>
                <a:spcPct val="120000"/>
              </a:lnSpc>
            </a:pPr>
            <a:r>
              <a:rPr lang="en-US" sz="1500" b="1" dirty="0">
                <a:solidFill>
                  <a:srgbClr val="00B050"/>
                </a:solidFill>
              </a:rPr>
              <a:t>Full packet switching</a:t>
            </a:r>
            <a:endParaRPr sz="1500" b="1" dirty="0">
              <a:solidFill>
                <a:srgbClr val="00B050"/>
              </a:solidFill>
            </a:endParaRPr>
          </a:p>
        </p:txBody>
      </p:sp>
      <p:sp>
        <p:nvSpPr>
          <p:cNvPr id="75" name="Google Shape;179;p18">
            <a:extLst>
              <a:ext uri="{FF2B5EF4-FFF2-40B4-BE49-F238E27FC236}">
                <a16:creationId xmlns:a16="http://schemas.microsoft.com/office/drawing/2014/main" id="{353AB6D2-C0A0-448B-A25A-074B179BFD2B}"/>
              </a:ext>
            </a:extLst>
          </p:cNvPr>
          <p:cNvSpPr txBox="1"/>
          <p:nvPr/>
        </p:nvSpPr>
        <p:spPr>
          <a:xfrm>
            <a:off x="8004359" y="5783618"/>
            <a:ext cx="2688502" cy="276999"/>
          </a:xfrm>
          <a:prstGeom prst="rect">
            <a:avLst/>
          </a:prstGeom>
          <a:noFill/>
          <a:ln>
            <a:noFill/>
          </a:ln>
        </p:spPr>
        <p:txBody>
          <a:bodyPr spcFirstLastPara="1" wrap="square" lIns="0" tIns="0" rIns="0" bIns="0" anchor="t" anchorCtr="0">
            <a:spAutoFit/>
          </a:bodyPr>
          <a:lstStyle/>
          <a:p>
            <a:pPr algn="ctr">
              <a:lnSpc>
                <a:spcPct val="120000"/>
              </a:lnSpc>
            </a:pPr>
            <a:r>
              <a:rPr lang="en-US" sz="1500" b="1" dirty="0">
                <a:solidFill>
                  <a:srgbClr val="00B050"/>
                </a:solidFill>
              </a:rPr>
              <a:t>LTE</a:t>
            </a:r>
            <a:endParaRPr sz="1500" b="1" dirty="0">
              <a:solidFill>
                <a:srgbClr val="00B050"/>
              </a:solidFill>
            </a:endParaRPr>
          </a:p>
        </p:txBody>
      </p:sp>
      <p:sp>
        <p:nvSpPr>
          <p:cNvPr id="76" name="TextBox 4">
            <a:extLst>
              <a:ext uri="{FF2B5EF4-FFF2-40B4-BE49-F238E27FC236}">
                <a16:creationId xmlns:a16="http://schemas.microsoft.com/office/drawing/2014/main" id="{BE4A21FC-765E-4034-9EC6-07D1B4DC56B7}"/>
              </a:ext>
            </a:extLst>
          </p:cNvPr>
          <p:cNvSpPr txBox="1"/>
          <p:nvPr/>
        </p:nvSpPr>
        <p:spPr>
          <a:xfrm>
            <a:off x="500342" y="6441358"/>
            <a:ext cx="2781300"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accent5"/>
                </a:solidFill>
              </a:rPr>
              <a:t>Presented by Pouya Tavakoli</a:t>
            </a:r>
          </a:p>
        </p:txBody>
      </p:sp>
      <p:sp>
        <p:nvSpPr>
          <p:cNvPr id="43" name="TextBox 42">
            <a:extLst>
              <a:ext uri="{FF2B5EF4-FFF2-40B4-BE49-F238E27FC236}">
                <a16:creationId xmlns:a16="http://schemas.microsoft.com/office/drawing/2014/main" id="{FD85A83E-B165-4E23-A055-CF5E1272778D}"/>
              </a:ext>
            </a:extLst>
          </p:cNvPr>
          <p:cNvSpPr txBox="1"/>
          <p:nvPr/>
        </p:nvSpPr>
        <p:spPr>
          <a:xfrm>
            <a:off x="10435347" y="6427086"/>
            <a:ext cx="1637489" cy="276999"/>
          </a:xfrm>
          <a:prstGeom prst="rect">
            <a:avLst/>
          </a:prstGeom>
          <a:noFill/>
        </p:spPr>
        <p:txBody>
          <a:bodyPr wrap="square">
            <a:spAutoFit/>
          </a:bodyPr>
          <a:lstStyle/>
          <a:p>
            <a:r>
              <a:rPr lang="en-US" sz="1200" dirty="0">
                <a:solidFill>
                  <a:schemeClr val="bg1"/>
                </a:solidFill>
              </a:rPr>
              <a:t>Book p.50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9"/>
                                        </p:tgtEl>
                                        <p:attrNameLst>
                                          <p:attrName>style.visibility</p:attrName>
                                        </p:attrNameLst>
                                      </p:cBhvr>
                                      <p:to>
                                        <p:strVal val="visible"/>
                                      </p:to>
                                    </p:set>
                                    <p:animEffect transition="in" filter="dissolve">
                                      <p:cBhvr>
                                        <p:cTn id="7" dur="500"/>
                                        <p:tgtEl>
                                          <p:spTgt spid="179"/>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83"/>
                                        </p:tgtEl>
                                        <p:attrNameLst>
                                          <p:attrName>style.visibility</p:attrName>
                                        </p:attrNameLst>
                                      </p:cBhvr>
                                      <p:to>
                                        <p:strVal val="visible"/>
                                      </p:to>
                                    </p:set>
                                    <p:animEffect transition="in" filter="dissolve">
                                      <p:cBhvr>
                                        <p:cTn id="10" dur="500"/>
                                        <p:tgtEl>
                                          <p:spTgt spid="183"/>
                                        </p:tgtEl>
                                      </p:cBhvr>
                                    </p:animEffect>
                                  </p:childTnLst>
                                </p:cTn>
                              </p:par>
                              <p:par>
                                <p:cTn id="11" presetID="9"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46"/>
                                        </p:tgtEl>
                                        <p:attrNameLst>
                                          <p:attrName>style.visibility</p:attrName>
                                        </p:attrNameLst>
                                      </p:cBhvr>
                                      <p:to>
                                        <p:strVal val="visible"/>
                                      </p:to>
                                    </p:set>
                                    <p:animEffect transition="in" filter="fade">
                                      <p:cBhvr>
                                        <p:cTn id="18" dur="1000"/>
                                        <p:tgtEl>
                                          <p:spTgt spid="46"/>
                                        </p:tgtEl>
                                      </p:cBhvr>
                                    </p:animEffect>
                                    <p:anim calcmode="lin" valueType="num">
                                      <p:cBhvr>
                                        <p:cTn id="19" dur="1000" fill="hold"/>
                                        <p:tgtEl>
                                          <p:spTgt spid="46"/>
                                        </p:tgtEl>
                                        <p:attrNameLst>
                                          <p:attrName>ppt_x</p:attrName>
                                        </p:attrNameLst>
                                      </p:cBhvr>
                                      <p:tavLst>
                                        <p:tav tm="0">
                                          <p:val>
                                            <p:strVal val="#ppt_x"/>
                                          </p:val>
                                        </p:tav>
                                        <p:tav tm="100000">
                                          <p:val>
                                            <p:strVal val="#ppt_x"/>
                                          </p:val>
                                        </p:tav>
                                      </p:tavLst>
                                    </p:anim>
                                    <p:anim calcmode="lin" valueType="num">
                                      <p:cBhvr>
                                        <p:cTn id="20" dur="1000" fill="hold"/>
                                        <p:tgtEl>
                                          <p:spTgt spid="46"/>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47"/>
                                        </p:tgtEl>
                                        <p:attrNameLst>
                                          <p:attrName>style.visibility</p:attrName>
                                        </p:attrNameLst>
                                      </p:cBhvr>
                                      <p:to>
                                        <p:strVal val="visible"/>
                                      </p:to>
                                    </p:set>
                                    <p:animEffect transition="in" filter="fade">
                                      <p:cBhvr>
                                        <p:cTn id="23" dur="1000"/>
                                        <p:tgtEl>
                                          <p:spTgt spid="47"/>
                                        </p:tgtEl>
                                      </p:cBhvr>
                                    </p:animEffect>
                                    <p:anim calcmode="lin" valueType="num">
                                      <p:cBhvr>
                                        <p:cTn id="24" dur="1000" fill="hold"/>
                                        <p:tgtEl>
                                          <p:spTgt spid="47"/>
                                        </p:tgtEl>
                                        <p:attrNameLst>
                                          <p:attrName>ppt_x</p:attrName>
                                        </p:attrNameLst>
                                      </p:cBhvr>
                                      <p:tavLst>
                                        <p:tav tm="0">
                                          <p:val>
                                            <p:strVal val="#ppt_x"/>
                                          </p:val>
                                        </p:tav>
                                        <p:tav tm="100000">
                                          <p:val>
                                            <p:strVal val="#ppt_x"/>
                                          </p:val>
                                        </p:tav>
                                      </p:tavLst>
                                    </p:anim>
                                    <p:anim calcmode="lin" valueType="num">
                                      <p:cBhvr>
                                        <p:cTn id="25" dur="1000" fill="hold"/>
                                        <p:tgtEl>
                                          <p:spTgt spid="47"/>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48"/>
                                        </p:tgtEl>
                                        <p:attrNameLst>
                                          <p:attrName>style.visibility</p:attrName>
                                        </p:attrNameLst>
                                      </p:cBhvr>
                                      <p:to>
                                        <p:strVal val="visible"/>
                                      </p:to>
                                    </p:set>
                                    <p:animEffect transition="in" filter="fade">
                                      <p:cBhvr>
                                        <p:cTn id="28" dur="1000"/>
                                        <p:tgtEl>
                                          <p:spTgt spid="48"/>
                                        </p:tgtEl>
                                      </p:cBhvr>
                                    </p:animEffect>
                                    <p:anim calcmode="lin" valueType="num">
                                      <p:cBhvr>
                                        <p:cTn id="29" dur="1000" fill="hold"/>
                                        <p:tgtEl>
                                          <p:spTgt spid="48"/>
                                        </p:tgtEl>
                                        <p:attrNameLst>
                                          <p:attrName>ppt_x</p:attrName>
                                        </p:attrNameLst>
                                      </p:cBhvr>
                                      <p:tavLst>
                                        <p:tav tm="0">
                                          <p:val>
                                            <p:strVal val="#ppt_x"/>
                                          </p:val>
                                        </p:tav>
                                        <p:tav tm="100000">
                                          <p:val>
                                            <p:strVal val="#ppt_x"/>
                                          </p:val>
                                        </p:tav>
                                      </p:tavLst>
                                    </p:anim>
                                    <p:anim calcmode="lin" valueType="num">
                                      <p:cBhvr>
                                        <p:cTn id="30" dur="1000" fill="hold"/>
                                        <p:tgtEl>
                                          <p:spTgt spid="48"/>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49"/>
                                        </p:tgtEl>
                                        <p:attrNameLst>
                                          <p:attrName>style.visibility</p:attrName>
                                        </p:attrNameLst>
                                      </p:cBhvr>
                                      <p:to>
                                        <p:strVal val="visible"/>
                                      </p:to>
                                    </p:set>
                                    <p:animEffect transition="in" filter="fade">
                                      <p:cBhvr>
                                        <p:cTn id="33" dur="1000"/>
                                        <p:tgtEl>
                                          <p:spTgt spid="49"/>
                                        </p:tgtEl>
                                      </p:cBhvr>
                                    </p:animEffect>
                                    <p:anim calcmode="lin" valueType="num">
                                      <p:cBhvr>
                                        <p:cTn id="34" dur="1000" fill="hold"/>
                                        <p:tgtEl>
                                          <p:spTgt spid="49"/>
                                        </p:tgtEl>
                                        <p:attrNameLst>
                                          <p:attrName>ppt_x</p:attrName>
                                        </p:attrNameLst>
                                      </p:cBhvr>
                                      <p:tavLst>
                                        <p:tav tm="0">
                                          <p:val>
                                            <p:strVal val="#ppt_x"/>
                                          </p:val>
                                        </p:tav>
                                        <p:tav tm="100000">
                                          <p:val>
                                            <p:strVal val="#ppt_x"/>
                                          </p:val>
                                        </p:tav>
                                      </p:tavLst>
                                    </p:anim>
                                    <p:anim calcmode="lin" valueType="num">
                                      <p:cBhvr>
                                        <p:cTn id="35" dur="1000" fill="hold"/>
                                        <p:tgtEl>
                                          <p:spTgt spid="49"/>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50"/>
                                        </p:tgtEl>
                                        <p:attrNameLst>
                                          <p:attrName>style.visibility</p:attrName>
                                        </p:attrNameLst>
                                      </p:cBhvr>
                                      <p:to>
                                        <p:strVal val="visible"/>
                                      </p:to>
                                    </p:set>
                                    <p:animEffect transition="in" filter="fade">
                                      <p:cBhvr>
                                        <p:cTn id="38" dur="1000"/>
                                        <p:tgtEl>
                                          <p:spTgt spid="50"/>
                                        </p:tgtEl>
                                      </p:cBhvr>
                                    </p:animEffect>
                                    <p:anim calcmode="lin" valueType="num">
                                      <p:cBhvr>
                                        <p:cTn id="39" dur="1000" fill="hold"/>
                                        <p:tgtEl>
                                          <p:spTgt spid="50"/>
                                        </p:tgtEl>
                                        <p:attrNameLst>
                                          <p:attrName>ppt_x</p:attrName>
                                        </p:attrNameLst>
                                      </p:cBhvr>
                                      <p:tavLst>
                                        <p:tav tm="0">
                                          <p:val>
                                            <p:strVal val="#ppt_x"/>
                                          </p:val>
                                        </p:tav>
                                        <p:tav tm="100000">
                                          <p:val>
                                            <p:strVal val="#ppt_x"/>
                                          </p:val>
                                        </p:tav>
                                      </p:tavLst>
                                    </p:anim>
                                    <p:anim calcmode="lin" valueType="num">
                                      <p:cBhvr>
                                        <p:cTn id="40" dur="1000" fill="hold"/>
                                        <p:tgtEl>
                                          <p:spTgt spid="50"/>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51"/>
                                        </p:tgtEl>
                                        <p:attrNameLst>
                                          <p:attrName>style.visibility</p:attrName>
                                        </p:attrNameLst>
                                      </p:cBhvr>
                                      <p:to>
                                        <p:strVal val="visible"/>
                                      </p:to>
                                    </p:set>
                                    <p:animEffect transition="in" filter="fade">
                                      <p:cBhvr>
                                        <p:cTn id="43" dur="1000"/>
                                        <p:tgtEl>
                                          <p:spTgt spid="51"/>
                                        </p:tgtEl>
                                      </p:cBhvr>
                                    </p:animEffect>
                                    <p:anim calcmode="lin" valueType="num">
                                      <p:cBhvr>
                                        <p:cTn id="44" dur="1000" fill="hold"/>
                                        <p:tgtEl>
                                          <p:spTgt spid="51"/>
                                        </p:tgtEl>
                                        <p:attrNameLst>
                                          <p:attrName>ppt_x</p:attrName>
                                        </p:attrNameLst>
                                      </p:cBhvr>
                                      <p:tavLst>
                                        <p:tav tm="0">
                                          <p:val>
                                            <p:strVal val="#ppt_x"/>
                                          </p:val>
                                        </p:tav>
                                        <p:tav tm="100000">
                                          <p:val>
                                            <p:strVal val="#ppt_x"/>
                                          </p:val>
                                        </p:tav>
                                      </p:tavLst>
                                    </p:anim>
                                    <p:anim calcmode="lin" valueType="num">
                                      <p:cBhvr>
                                        <p:cTn id="45" dur="1000" fill="hold"/>
                                        <p:tgtEl>
                                          <p:spTgt spid="51"/>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52"/>
                                        </p:tgtEl>
                                        <p:attrNameLst>
                                          <p:attrName>style.visibility</p:attrName>
                                        </p:attrNameLst>
                                      </p:cBhvr>
                                      <p:to>
                                        <p:strVal val="visible"/>
                                      </p:to>
                                    </p:set>
                                    <p:animEffect transition="in" filter="fade">
                                      <p:cBhvr>
                                        <p:cTn id="48" dur="1000"/>
                                        <p:tgtEl>
                                          <p:spTgt spid="52"/>
                                        </p:tgtEl>
                                      </p:cBhvr>
                                    </p:animEffect>
                                    <p:anim calcmode="lin" valueType="num">
                                      <p:cBhvr>
                                        <p:cTn id="49" dur="1000" fill="hold"/>
                                        <p:tgtEl>
                                          <p:spTgt spid="52"/>
                                        </p:tgtEl>
                                        <p:attrNameLst>
                                          <p:attrName>ppt_x</p:attrName>
                                        </p:attrNameLst>
                                      </p:cBhvr>
                                      <p:tavLst>
                                        <p:tav tm="0">
                                          <p:val>
                                            <p:strVal val="#ppt_x"/>
                                          </p:val>
                                        </p:tav>
                                        <p:tav tm="100000">
                                          <p:val>
                                            <p:strVal val="#ppt_x"/>
                                          </p:val>
                                        </p:tav>
                                      </p:tavLst>
                                    </p:anim>
                                    <p:anim calcmode="lin" valueType="num">
                                      <p:cBhvr>
                                        <p:cTn id="50" dur="1000" fill="hold"/>
                                        <p:tgtEl>
                                          <p:spTgt spid="52"/>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53"/>
                                        </p:tgtEl>
                                        <p:attrNameLst>
                                          <p:attrName>style.visibility</p:attrName>
                                        </p:attrNameLst>
                                      </p:cBhvr>
                                      <p:to>
                                        <p:strVal val="visible"/>
                                      </p:to>
                                    </p:set>
                                    <p:animEffect transition="in" filter="fade">
                                      <p:cBhvr>
                                        <p:cTn id="53" dur="1000"/>
                                        <p:tgtEl>
                                          <p:spTgt spid="53"/>
                                        </p:tgtEl>
                                      </p:cBhvr>
                                    </p:animEffect>
                                    <p:anim calcmode="lin" valueType="num">
                                      <p:cBhvr>
                                        <p:cTn id="54" dur="1000" fill="hold"/>
                                        <p:tgtEl>
                                          <p:spTgt spid="53"/>
                                        </p:tgtEl>
                                        <p:attrNameLst>
                                          <p:attrName>ppt_x</p:attrName>
                                        </p:attrNameLst>
                                      </p:cBhvr>
                                      <p:tavLst>
                                        <p:tav tm="0">
                                          <p:val>
                                            <p:strVal val="#ppt_x"/>
                                          </p:val>
                                        </p:tav>
                                        <p:tav tm="100000">
                                          <p:val>
                                            <p:strVal val="#ppt_x"/>
                                          </p:val>
                                        </p:tav>
                                      </p:tavLst>
                                    </p:anim>
                                    <p:anim calcmode="lin" valueType="num">
                                      <p:cBhvr>
                                        <p:cTn id="55" dur="1000" fill="hold"/>
                                        <p:tgtEl>
                                          <p:spTgt spid="53"/>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54"/>
                                        </p:tgtEl>
                                        <p:attrNameLst>
                                          <p:attrName>style.visibility</p:attrName>
                                        </p:attrNameLst>
                                      </p:cBhvr>
                                      <p:to>
                                        <p:strVal val="visible"/>
                                      </p:to>
                                    </p:set>
                                    <p:animEffect transition="in" filter="fade">
                                      <p:cBhvr>
                                        <p:cTn id="58" dur="1000"/>
                                        <p:tgtEl>
                                          <p:spTgt spid="54"/>
                                        </p:tgtEl>
                                      </p:cBhvr>
                                    </p:animEffect>
                                    <p:anim calcmode="lin" valueType="num">
                                      <p:cBhvr>
                                        <p:cTn id="59" dur="1000" fill="hold"/>
                                        <p:tgtEl>
                                          <p:spTgt spid="54"/>
                                        </p:tgtEl>
                                        <p:attrNameLst>
                                          <p:attrName>ppt_x</p:attrName>
                                        </p:attrNameLst>
                                      </p:cBhvr>
                                      <p:tavLst>
                                        <p:tav tm="0">
                                          <p:val>
                                            <p:strVal val="#ppt_x"/>
                                          </p:val>
                                        </p:tav>
                                        <p:tav tm="100000">
                                          <p:val>
                                            <p:strVal val="#ppt_x"/>
                                          </p:val>
                                        </p:tav>
                                      </p:tavLst>
                                    </p:anim>
                                    <p:anim calcmode="lin" valueType="num">
                                      <p:cBhvr>
                                        <p:cTn id="60"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grpId="0" nodeType="clickEffect">
                                  <p:stCondLst>
                                    <p:cond delay="0"/>
                                  </p:stCondLst>
                                  <p:childTnLst>
                                    <p:set>
                                      <p:cBhvr>
                                        <p:cTn id="64" dur="1" fill="hold">
                                          <p:stCondLst>
                                            <p:cond delay="0"/>
                                          </p:stCondLst>
                                        </p:cTn>
                                        <p:tgtEl>
                                          <p:spTgt spid="19"/>
                                        </p:tgtEl>
                                        <p:attrNameLst>
                                          <p:attrName>style.visibility</p:attrName>
                                        </p:attrNameLst>
                                      </p:cBhvr>
                                      <p:to>
                                        <p:strVal val="visible"/>
                                      </p:to>
                                    </p:set>
                                    <p:animEffect transition="in" filter="dissolve">
                                      <p:cBhvr>
                                        <p:cTn id="65" dur="500"/>
                                        <p:tgtEl>
                                          <p:spTgt spid="19"/>
                                        </p:tgtEl>
                                      </p:cBhvr>
                                    </p:animEffect>
                                  </p:childTnLst>
                                </p:cTn>
                              </p:par>
                              <p:par>
                                <p:cTn id="66" presetID="9" presetClass="entr" presetSubtype="0" fill="hold" grpId="0" nodeType="with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dissolve">
                                      <p:cBhvr>
                                        <p:cTn id="68" dur="500"/>
                                        <p:tgtEl>
                                          <p:spTgt spid="20"/>
                                        </p:tgtEl>
                                      </p:cBhvr>
                                    </p:animEffect>
                                  </p:childTnLst>
                                </p:cTn>
                              </p:par>
                              <p:par>
                                <p:cTn id="69" presetID="9" presetClass="entr" presetSubtype="0" fill="hold" nodeType="withEffect">
                                  <p:stCondLst>
                                    <p:cond delay="0"/>
                                  </p:stCondLst>
                                  <p:childTnLst>
                                    <p:set>
                                      <p:cBhvr>
                                        <p:cTn id="70" dur="1" fill="hold">
                                          <p:stCondLst>
                                            <p:cond delay="0"/>
                                          </p:stCondLst>
                                        </p:cTn>
                                        <p:tgtEl>
                                          <p:spTgt spid="21"/>
                                        </p:tgtEl>
                                        <p:attrNameLst>
                                          <p:attrName>style.visibility</p:attrName>
                                        </p:attrNameLst>
                                      </p:cBhvr>
                                      <p:to>
                                        <p:strVal val="visible"/>
                                      </p:to>
                                    </p:set>
                                    <p:animEffect transition="in" filter="dissolve">
                                      <p:cBhvr>
                                        <p:cTn id="71" dur="500"/>
                                        <p:tgtEl>
                                          <p:spTgt spid="21"/>
                                        </p:tgtEl>
                                      </p:cBhvr>
                                    </p:animEffect>
                                  </p:childTnLst>
                                </p:cTn>
                              </p:par>
                              <p:par>
                                <p:cTn id="72" presetID="9" presetClass="entr" presetSubtype="0" fill="hold" nodeType="withEffect">
                                  <p:stCondLst>
                                    <p:cond delay="0"/>
                                  </p:stCondLst>
                                  <p:childTnLst>
                                    <p:set>
                                      <p:cBhvr>
                                        <p:cTn id="73" dur="1" fill="hold">
                                          <p:stCondLst>
                                            <p:cond delay="0"/>
                                          </p:stCondLst>
                                        </p:cTn>
                                        <p:tgtEl>
                                          <p:spTgt spid="7"/>
                                        </p:tgtEl>
                                        <p:attrNameLst>
                                          <p:attrName>style.visibility</p:attrName>
                                        </p:attrNameLst>
                                      </p:cBhvr>
                                      <p:to>
                                        <p:strVal val="visible"/>
                                      </p:to>
                                    </p:set>
                                    <p:animEffect transition="in" filter="dissolve">
                                      <p:cBhvr>
                                        <p:cTn id="74" dur="500"/>
                                        <p:tgtEl>
                                          <p:spTgt spid="7"/>
                                        </p:tgtEl>
                                      </p:cBhvr>
                                    </p:animEffect>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nodeType="click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1000"/>
                                        <p:tgtEl>
                                          <p:spTgt spid="27"/>
                                        </p:tgtEl>
                                      </p:cBhvr>
                                    </p:animEffect>
                                    <p:anim calcmode="lin" valueType="num">
                                      <p:cBhvr>
                                        <p:cTn id="80" dur="1000" fill="hold"/>
                                        <p:tgtEl>
                                          <p:spTgt spid="27"/>
                                        </p:tgtEl>
                                        <p:attrNameLst>
                                          <p:attrName>ppt_x</p:attrName>
                                        </p:attrNameLst>
                                      </p:cBhvr>
                                      <p:tavLst>
                                        <p:tav tm="0">
                                          <p:val>
                                            <p:strVal val="#ppt_x"/>
                                          </p:val>
                                        </p:tav>
                                        <p:tav tm="100000">
                                          <p:val>
                                            <p:strVal val="#ppt_x"/>
                                          </p:val>
                                        </p:tav>
                                      </p:tavLst>
                                    </p:anim>
                                    <p:anim calcmode="lin" valueType="num">
                                      <p:cBhvr>
                                        <p:cTn id="81" dur="1000" fill="hold"/>
                                        <p:tgtEl>
                                          <p:spTgt spid="27"/>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32"/>
                                        </p:tgtEl>
                                        <p:attrNameLst>
                                          <p:attrName>style.visibility</p:attrName>
                                        </p:attrNameLst>
                                      </p:cBhvr>
                                      <p:to>
                                        <p:strVal val="visible"/>
                                      </p:to>
                                    </p:set>
                                    <p:animEffect transition="in" filter="fade">
                                      <p:cBhvr>
                                        <p:cTn id="84" dur="1000"/>
                                        <p:tgtEl>
                                          <p:spTgt spid="32"/>
                                        </p:tgtEl>
                                      </p:cBhvr>
                                    </p:animEffect>
                                    <p:anim calcmode="lin" valueType="num">
                                      <p:cBhvr>
                                        <p:cTn id="85" dur="1000" fill="hold"/>
                                        <p:tgtEl>
                                          <p:spTgt spid="32"/>
                                        </p:tgtEl>
                                        <p:attrNameLst>
                                          <p:attrName>ppt_x</p:attrName>
                                        </p:attrNameLst>
                                      </p:cBhvr>
                                      <p:tavLst>
                                        <p:tav tm="0">
                                          <p:val>
                                            <p:strVal val="#ppt_x"/>
                                          </p:val>
                                        </p:tav>
                                        <p:tav tm="100000">
                                          <p:val>
                                            <p:strVal val="#ppt_x"/>
                                          </p:val>
                                        </p:tav>
                                      </p:tavLst>
                                    </p:anim>
                                    <p:anim calcmode="lin" valueType="num">
                                      <p:cBhvr>
                                        <p:cTn id="86" dur="1000" fill="hold"/>
                                        <p:tgtEl>
                                          <p:spTgt spid="32"/>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33"/>
                                        </p:tgtEl>
                                        <p:attrNameLst>
                                          <p:attrName>style.visibility</p:attrName>
                                        </p:attrNameLst>
                                      </p:cBhvr>
                                      <p:to>
                                        <p:strVal val="visible"/>
                                      </p:to>
                                    </p:set>
                                    <p:animEffect transition="in" filter="fade">
                                      <p:cBhvr>
                                        <p:cTn id="89" dur="1000"/>
                                        <p:tgtEl>
                                          <p:spTgt spid="33"/>
                                        </p:tgtEl>
                                      </p:cBhvr>
                                    </p:animEffect>
                                    <p:anim calcmode="lin" valueType="num">
                                      <p:cBhvr>
                                        <p:cTn id="90" dur="1000" fill="hold"/>
                                        <p:tgtEl>
                                          <p:spTgt spid="33"/>
                                        </p:tgtEl>
                                        <p:attrNameLst>
                                          <p:attrName>ppt_x</p:attrName>
                                        </p:attrNameLst>
                                      </p:cBhvr>
                                      <p:tavLst>
                                        <p:tav tm="0">
                                          <p:val>
                                            <p:strVal val="#ppt_x"/>
                                          </p:val>
                                        </p:tav>
                                        <p:tav tm="100000">
                                          <p:val>
                                            <p:strVal val="#ppt_x"/>
                                          </p:val>
                                        </p:tav>
                                      </p:tavLst>
                                    </p:anim>
                                    <p:anim calcmode="lin" valueType="num">
                                      <p:cBhvr>
                                        <p:cTn id="91" dur="1000" fill="hold"/>
                                        <p:tgtEl>
                                          <p:spTgt spid="33"/>
                                        </p:tgtEl>
                                        <p:attrNameLst>
                                          <p:attrName>ppt_y</p:attrName>
                                        </p:attrNameLst>
                                      </p:cBhvr>
                                      <p:tavLst>
                                        <p:tav tm="0">
                                          <p:val>
                                            <p:strVal val="#ppt_y+.1"/>
                                          </p:val>
                                        </p:tav>
                                        <p:tav tm="100000">
                                          <p:val>
                                            <p:strVal val="#ppt_y"/>
                                          </p:val>
                                        </p:tav>
                                      </p:tavLst>
                                    </p:anim>
                                  </p:childTnLst>
                                </p:cTn>
                              </p:par>
                              <p:par>
                                <p:cTn id="92" presetID="42" presetClass="entr" presetSubtype="0" fill="hold" nodeType="withEffect">
                                  <p:stCondLst>
                                    <p:cond delay="0"/>
                                  </p:stCondLst>
                                  <p:childTnLst>
                                    <p:set>
                                      <p:cBhvr>
                                        <p:cTn id="93" dur="1" fill="hold">
                                          <p:stCondLst>
                                            <p:cond delay="0"/>
                                          </p:stCondLst>
                                        </p:cTn>
                                        <p:tgtEl>
                                          <p:spTgt spid="36"/>
                                        </p:tgtEl>
                                        <p:attrNameLst>
                                          <p:attrName>style.visibility</p:attrName>
                                        </p:attrNameLst>
                                      </p:cBhvr>
                                      <p:to>
                                        <p:strVal val="visible"/>
                                      </p:to>
                                    </p:set>
                                    <p:animEffect transition="in" filter="fade">
                                      <p:cBhvr>
                                        <p:cTn id="94" dur="1000"/>
                                        <p:tgtEl>
                                          <p:spTgt spid="36"/>
                                        </p:tgtEl>
                                      </p:cBhvr>
                                    </p:animEffect>
                                    <p:anim calcmode="lin" valueType="num">
                                      <p:cBhvr>
                                        <p:cTn id="95" dur="1000" fill="hold"/>
                                        <p:tgtEl>
                                          <p:spTgt spid="36"/>
                                        </p:tgtEl>
                                        <p:attrNameLst>
                                          <p:attrName>ppt_x</p:attrName>
                                        </p:attrNameLst>
                                      </p:cBhvr>
                                      <p:tavLst>
                                        <p:tav tm="0">
                                          <p:val>
                                            <p:strVal val="#ppt_x"/>
                                          </p:val>
                                        </p:tav>
                                        <p:tav tm="100000">
                                          <p:val>
                                            <p:strVal val="#ppt_x"/>
                                          </p:val>
                                        </p:tav>
                                      </p:tavLst>
                                    </p:anim>
                                    <p:anim calcmode="lin" valueType="num">
                                      <p:cBhvr>
                                        <p:cTn id="96" dur="1000" fill="hold"/>
                                        <p:tgtEl>
                                          <p:spTgt spid="36"/>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37"/>
                                        </p:tgtEl>
                                        <p:attrNameLst>
                                          <p:attrName>style.visibility</p:attrName>
                                        </p:attrNameLst>
                                      </p:cBhvr>
                                      <p:to>
                                        <p:strVal val="visible"/>
                                      </p:to>
                                    </p:set>
                                    <p:animEffect transition="in" filter="fade">
                                      <p:cBhvr>
                                        <p:cTn id="99" dur="1000"/>
                                        <p:tgtEl>
                                          <p:spTgt spid="37"/>
                                        </p:tgtEl>
                                      </p:cBhvr>
                                    </p:animEffect>
                                    <p:anim calcmode="lin" valueType="num">
                                      <p:cBhvr>
                                        <p:cTn id="100" dur="1000" fill="hold"/>
                                        <p:tgtEl>
                                          <p:spTgt spid="37"/>
                                        </p:tgtEl>
                                        <p:attrNameLst>
                                          <p:attrName>ppt_x</p:attrName>
                                        </p:attrNameLst>
                                      </p:cBhvr>
                                      <p:tavLst>
                                        <p:tav tm="0">
                                          <p:val>
                                            <p:strVal val="#ppt_x"/>
                                          </p:val>
                                        </p:tav>
                                        <p:tav tm="100000">
                                          <p:val>
                                            <p:strVal val="#ppt_x"/>
                                          </p:val>
                                        </p:tav>
                                      </p:tavLst>
                                    </p:anim>
                                    <p:anim calcmode="lin" valueType="num">
                                      <p:cBhvr>
                                        <p:cTn id="101" dur="1000" fill="hold"/>
                                        <p:tgtEl>
                                          <p:spTgt spid="37"/>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4" dur="1000"/>
                                        <p:tgtEl>
                                          <p:spTgt spid="39"/>
                                        </p:tgtEl>
                                      </p:cBhvr>
                                    </p:animEffect>
                                    <p:anim calcmode="lin" valueType="num">
                                      <p:cBhvr>
                                        <p:cTn id="105" dur="1000" fill="hold"/>
                                        <p:tgtEl>
                                          <p:spTgt spid="39"/>
                                        </p:tgtEl>
                                        <p:attrNameLst>
                                          <p:attrName>ppt_x</p:attrName>
                                        </p:attrNameLst>
                                      </p:cBhvr>
                                      <p:tavLst>
                                        <p:tav tm="0">
                                          <p:val>
                                            <p:strVal val="#ppt_x"/>
                                          </p:val>
                                        </p:tav>
                                        <p:tav tm="100000">
                                          <p:val>
                                            <p:strVal val="#ppt_x"/>
                                          </p:val>
                                        </p:tav>
                                      </p:tavLst>
                                    </p:anim>
                                    <p:anim calcmode="lin" valueType="num">
                                      <p:cBhvr>
                                        <p:cTn id="106" dur="1000" fill="hold"/>
                                        <p:tgtEl>
                                          <p:spTgt spid="39"/>
                                        </p:tgtEl>
                                        <p:attrNameLst>
                                          <p:attrName>ppt_y</p:attrName>
                                        </p:attrNameLst>
                                      </p:cBhvr>
                                      <p:tavLst>
                                        <p:tav tm="0">
                                          <p:val>
                                            <p:strVal val="#ppt_y+.1"/>
                                          </p:val>
                                        </p:tav>
                                        <p:tav tm="100000">
                                          <p:val>
                                            <p:strVal val="#ppt_y"/>
                                          </p:val>
                                        </p:tav>
                                      </p:tavLst>
                                    </p:anim>
                                  </p:childTnLst>
                                </p:cTn>
                              </p:par>
                              <p:par>
                                <p:cTn id="107" presetID="42" presetClass="entr" presetSubtype="0" fill="hold"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1000"/>
                                        <p:tgtEl>
                                          <p:spTgt spid="40"/>
                                        </p:tgtEl>
                                      </p:cBhvr>
                                    </p:animEffect>
                                    <p:anim calcmode="lin" valueType="num">
                                      <p:cBhvr>
                                        <p:cTn id="110" dur="1000" fill="hold"/>
                                        <p:tgtEl>
                                          <p:spTgt spid="40"/>
                                        </p:tgtEl>
                                        <p:attrNameLst>
                                          <p:attrName>ppt_x</p:attrName>
                                        </p:attrNameLst>
                                      </p:cBhvr>
                                      <p:tavLst>
                                        <p:tav tm="0">
                                          <p:val>
                                            <p:strVal val="#ppt_x"/>
                                          </p:val>
                                        </p:tav>
                                        <p:tav tm="100000">
                                          <p:val>
                                            <p:strVal val="#ppt_x"/>
                                          </p:val>
                                        </p:tav>
                                      </p:tavLst>
                                    </p:anim>
                                    <p:anim calcmode="lin" valueType="num">
                                      <p:cBhvr>
                                        <p:cTn id="111" dur="1000" fill="hold"/>
                                        <p:tgtEl>
                                          <p:spTgt spid="40"/>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41"/>
                                        </p:tgtEl>
                                        <p:attrNameLst>
                                          <p:attrName>style.visibility</p:attrName>
                                        </p:attrNameLst>
                                      </p:cBhvr>
                                      <p:to>
                                        <p:strVal val="visible"/>
                                      </p:to>
                                    </p:set>
                                    <p:animEffect transition="in" filter="fade">
                                      <p:cBhvr>
                                        <p:cTn id="114" dur="1000"/>
                                        <p:tgtEl>
                                          <p:spTgt spid="41"/>
                                        </p:tgtEl>
                                      </p:cBhvr>
                                    </p:animEffect>
                                    <p:anim calcmode="lin" valueType="num">
                                      <p:cBhvr>
                                        <p:cTn id="115" dur="1000" fill="hold"/>
                                        <p:tgtEl>
                                          <p:spTgt spid="41"/>
                                        </p:tgtEl>
                                        <p:attrNameLst>
                                          <p:attrName>ppt_x</p:attrName>
                                        </p:attrNameLst>
                                      </p:cBhvr>
                                      <p:tavLst>
                                        <p:tav tm="0">
                                          <p:val>
                                            <p:strVal val="#ppt_x"/>
                                          </p:val>
                                        </p:tav>
                                        <p:tav tm="100000">
                                          <p:val>
                                            <p:strVal val="#ppt_x"/>
                                          </p:val>
                                        </p:tav>
                                      </p:tavLst>
                                    </p:anim>
                                    <p:anim calcmode="lin" valueType="num">
                                      <p:cBhvr>
                                        <p:cTn id="116" dur="1000" fill="hold"/>
                                        <p:tgtEl>
                                          <p:spTgt spid="41"/>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42"/>
                                        </p:tgtEl>
                                        <p:attrNameLst>
                                          <p:attrName>style.visibility</p:attrName>
                                        </p:attrNameLst>
                                      </p:cBhvr>
                                      <p:to>
                                        <p:strVal val="visible"/>
                                      </p:to>
                                    </p:set>
                                    <p:animEffect transition="in" filter="fade">
                                      <p:cBhvr>
                                        <p:cTn id="119" dur="1000"/>
                                        <p:tgtEl>
                                          <p:spTgt spid="42"/>
                                        </p:tgtEl>
                                      </p:cBhvr>
                                    </p:animEffect>
                                    <p:anim calcmode="lin" valueType="num">
                                      <p:cBhvr>
                                        <p:cTn id="120" dur="1000" fill="hold"/>
                                        <p:tgtEl>
                                          <p:spTgt spid="42"/>
                                        </p:tgtEl>
                                        <p:attrNameLst>
                                          <p:attrName>ppt_x</p:attrName>
                                        </p:attrNameLst>
                                      </p:cBhvr>
                                      <p:tavLst>
                                        <p:tav tm="0">
                                          <p:val>
                                            <p:strVal val="#ppt_x"/>
                                          </p:val>
                                        </p:tav>
                                        <p:tav tm="100000">
                                          <p:val>
                                            <p:strVal val="#ppt_x"/>
                                          </p:val>
                                        </p:tav>
                                      </p:tavLst>
                                    </p:anim>
                                    <p:anim calcmode="lin" valueType="num">
                                      <p:cBhvr>
                                        <p:cTn id="121"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nodeType="clickEffect">
                                  <p:stCondLst>
                                    <p:cond delay="0"/>
                                  </p:stCondLst>
                                  <p:childTnLst>
                                    <p:set>
                                      <p:cBhvr>
                                        <p:cTn id="125" dur="1" fill="hold">
                                          <p:stCondLst>
                                            <p:cond delay="0"/>
                                          </p:stCondLst>
                                        </p:cTn>
                                        <p:tgtEl>
                                          <p:spTgt spid="55"/>
                                        </p:tgtEl>
                                        <p:attrNameLst>
                                          <p:attrName>style.visibility</p:attrName>
                                        </p:attrNameLst>
                                      </p:cBhvr>
                                      <p:to>
                                        <p:strVal val="visible"/>
                                      </p:to>
                                    </p:set>
                                    <p:animEffect transition="in" filter="fade">
                                      <p:cBhvr>
                                        <p:cTn id="126" dur="1000"/>
                                        <p:tgtEl>
                                          <p:spTgt spid="55"/>
                                        </p:tgtEl>
                                      </p:cBhvr>
                                    </p:animEffect>
                                    <p:anim calcmode="lin" valueType="num">
                                      <p:cBhvr>
                                        <p:cTn id="127" dur="1000" fill="hold"/>
                                        <p:tgtEl>
                                          <p:spTgt spid="55"/>
                                        </p:tgtEl>
                                        <p:attrNameLst>
                                          <p:attrName>ppt_x</p:attrName>
                                        </p:attrNameLst>
                                      </p:cBhvr>
                                      <p:tavLst>
                                        <p:tav tm="0">
                                          <p:val>
                                            <p:strVal val="#ppt_x"/>
                                          </p:val>
                                        </p:tav>
                                        <p:tav tm="100000">
                                          <p:val>
                                            <p:strVal val="#ppt_x"/>
                                          </p:val>
                                        </p:tav>
                                      </p:tavLst>
                                    </p:anim>
                                    <p:anim calcmode="lin" valueType="num">
                                      <p:cBhvr>
                                        <p:cTn id="128" dur="1000" fill="hold"/>
                                        <p:tgtEl>
                                          <p:spTgt spid="55"/>
                                        </p:tgtEl>
                                        <p:attrNameLst>
                                          <p:attrName>ppt_y</p:attrName>
                                        </p:attrNameLst>
                                      </p:cBhvr>
                                      <p:tavLst>
                                        <p:tav tm="0">
                                          <p:val>
                                            <p:strVal val="#ppt_y+.1"/>
                                          </p:val>
                                        </p:tav>
                                        <p:tav tm="100000">
                                          <p:val>
                                            <p:strVal val="#ppt_y"/>
                                          </p:val>
                                        </p:tav>
                                      </p:tavLst>
                                    </p:anim>
                                  </p:childTnLst>
                                </p:cTn>
                              </p:par>
                              <p:par>
                                <p:cTn id="129" presetID="42" presetClass="entr" presetSubtype="0" fill="hold" grpId="0" nodeType="withEffect">
                                  <p:stCondLst>
                                    <p:cond delay="0"/>
                                  </p:stCondLst>
                                  <p:childTnLst>
                                    <p:set>
                                      <p:cBhvr>
                                        <p:cTn id="130" dur="1" fill="hold">
                                          <p:stCondLst>
                                            <p:cond delay="0"/>
                                          </p:stCondLst>
                                        </p:cTn>
                                        <p:tgtEl>
                                          <p:spTgt spid="56"/>
                                        </p:tgtEl>
                                        <p:attrNameLst>
                                          <p:attrName>style.visibility</p:attrName>
                                        </p:attrNameLst>
                                      </p:cBhvr>
                                      <p:to>
                                        <p:strVal val="visible"/>
                                      </p:to>
                                    </p:set>
                                    <p:animEffect transition="in" filter="fade">
                                      <p:cBhvr>
                                        <p:cTn id="131" dur="1000"/>
                                        <p:tgtEl>
                                          <p:spTgt spid="56"/>
                                        </p:tgtEl>
                                      </p:cBhvr>
                                    </p:animEffect>
                                    <p:anim calcmode="lin" valueType="num">
                                      <p:cBhvr>
                                        <p:cTn id="132" dur="1000" fill="hold"/>
                                        <p:tgtEl>
                                          <p:spTgt spid="56"/>
                                        </p:tgtEl>
                                        <p:attrNameLst>
                                          <p:attrName>ppt_x</p:attrName>
                                        </p:attrNameLst>
                                      </p:cBhvr>
                                      <p:tavLst>
                                        <p:tav tm="0">
                                          <p:val>
                                            <p:strVal val="#ppt_x"/>
                                          </p:val>
                                        </p:tav>
                                        <p:tav tm="100000">
                                          <p:val>
                                            <p:strVal val="#ppt_x"/>
                                          </p:val>
                                        </p:tav>
                                      </p:tavLst>
                                    </p:anim>
                                    <p:anim calcmode="lin" valueType="num">
                                      <p:cBhvr>
                                        <p:cTn id="133" dur="1000" fill="hold"/>
                                        <p:tgtEl>
                                          <p:spTgt spid="56"/>
                                        </p:tgtEl>
                                        <p:attrNameLst>
                                          <p:attrName>ppt_y</p:attrName>
                                        </p:attrNameLst>
                                      </p:cBhvr>
                                      <p:tavLst>
                                        <p:tav tm="0">
                                          <p:val>
                                            <p:strVal val="#ppt_y+.1"/>
                                          </p:val>
                                        </p:tav>
                                        <p:tav tm="100000">
                                          <p:val>
                                            <p:strVal val="#ppt_y"/>
                                          </p:val>
                                        </p:tav>
                                      </p:tavLst>
                                    </p:anim>
                                  </p:childTnLst>
                                </p:cTn>
                              </p:par>
                              <p:par>
                                <p:cTn id="134" presetID="42" presetClass="entr" presetSubtype="0" fill="hold" nodeType="withEffect">
                                  <p:stCondLst>
                                    <p:cond delay="0"/>
                                  </p:stCondLst>
                                  <p:childTnLst>
                                    <p:set>
                                      <p:cBhvr>
                                        <p:cTn id="135" dur="1" fill="hold">
                                          <p:stCondLst>
                                            <p:cond delay="0"/>
                                          </p:stCondLst>
                                        </p:cTn>
                                        <p:tgtEl>
                                          <p:spTgt spid="22"/>
                                        </p:tgtEl>
                                        <p:attrNameLst>
                                          <p:attrName>style.visibility</p:attrName>
                                        </p:attrNameLst>
                                      </p:cBhvr>
                                      <p:to>
                                        <p:strVal val="visible"/>
                                      </p:to>
                                    </p:set>
                                    <p:animEffect transition="in" filter="fade">
                                      <p:cBhvr>
                                        <p:cTn id="136" dur="1000"/>
                                        <p:tgtEl>
                                          <p:spTgt spid="22"/>
                                        </p:tgtEl>
                                      </p:cBhvr>
                                    </p:animEffect>
                                    <p:anim calcmode="lin" valueType="num">
                                      <p:cBhvr>
                                        <p:cTn id="137" dur="1000" fill="hold"/>
                                        <p:tgtEl>
                                          <p:spTgt spid="22"/>
                                        </p:tgtEl>
                                        <p:attrNameLst>
                                          <p:attrName>ppt_x</p:attrName>
                                        </p:attrNameLst>
                                      </p:cBhvr>
                                      <p:tavLst>
                                        <p:tav tm="0">
                                          <p:val>
                                            <p:strVal val="#ppt_x"/>
                                          </p:val>
                                        </p:tav>
                                        <p:tav tm="100000">
                                          <p:val>
                                            <p:strVal val="#ppt_x"/>
                                          </p:val>
                                        </p:tav>
                                      </p:tavLst>
                                    </p:anim>
                                    <p:anim calcmode="lin" valueType="num">
                                      <p:cBhvr>
                                        <p:cTn id="138" dur="1000" fill="hold"/>
                                        <p:tgtEl>
                                          <p:spTgt spid="22"/>
                                        </p:tgtEl>
                                        <p:attrNameLst>
                                          <p:attrName>ppt_y</p:attrName>
                                        </p:attrNameLst>
                                      </p:cBhvr>
                                      <p:tavLst>
                                        <p:tav tm="0">
                                          <p:val>
                                            <p:strVal val="#ppt_y+.1"/>
                                          </p:val>
                                        </p:tav>
                                        <p:tav tm="100000">
                                          <p:val>
                                            <p:strVal val="#ppt_y"/>
                                          </p:val>
                                        </p:tav>
                                      </p:tavLst>
                                    </p:anim>
                                  </p:childTnLst>
                                </p:cTn>
                              </p:par>
                              <p:par>
                                <p:cTn id="139" presetID="42" presetClass="entr" presetSubtype="0" fill="hold" grpId="0" nodeType="withEffect">
                                  <p:stCondLst>
                                    <p:cond delay="0"/>
                                  </p:stCondLst>
                                  <p:childTnLst>
                                    <p:set>
                                      <p:cBhvr>
                                        <p:cTn id="140" dur="1" fill="hold">
                                          <p:stCondLst>
                                            <p:cond delay="0"/>
                                          </p:stCondLst>
                                        </p:cTn>
                                        <p:tgtEl>
                                          <p:spTgt spid="74"/>
                                        </p:tgtEl>
                                        <p:attrNameLst>
                                          <p:attrName>style.visibility</p:attrName>
                                        </p:attrNameLst>
                                      </p:cBhvr>
                                      <p:to>
                                        <p:strVal val="visible"/>
                                      </p:to>
                                    </p:set>
                                    <p:animEffect transition="in" filter="fade">
                                      <p:cBhvr>
                                        <p:cTn id="141" dur="1000"/>
                                        <p:tgtEl>
                                          <p:spTgt spid="74"/>
                                        </p:tgtEl>
                                      </p:cBhvr>
                                    </p:animEffect>
                                    <p:anim calcmode="lin" valueType="num">
                                      <p:cBhvr>
                                        <p:cTn id="142" dur="1000" fill="hold"/>
                                        <p:tgtEl>
                                          <p:spTgt spid="74"/>
                                        </p:tgtEl>
                                        <p:attrNameLst>
                                          <p:attrName>ppt_x</p:attrName>
                                        </p:attrNameLst>
                                      </p:cBhvr>
                                      <p:tavLst>
                                        <p:tav tm="0">
                                          <p:val>
                                            <p:strVal val="#ppt_x"/>
                                          </p:val>
                                        </p:tav>
                                        <p:tav tm="100000">
                                          <p:val>
                                            <p:strVal val="#ppt_x"/>
                                          </p:val>
                                        </p:tav>
                                      </p:tavLst>
                                    </p:anim>
                                    <p:anim calcmode="lin" valueType="num">
                                      <p:cBhvr>
                                        <p:cTn id="143" dur="1000" fill="hold"/>
                                        <p:tgtEl>
                                          <p:spTgt spid="74"/>
                                        </p:tgtEl>
                                        <p:attrNameLst>
                                          <p:attrName>ppt_y</p:attrName>
                                        </p:attrNameLst>
                                      </p:cBhvr>
                                      <p:tavLst>
                                        <p:tav tm="0">
                                          <p:val>
                                            <p:strVal val="#ppt_y+.1"/>
                                          </p:val>
                                        </p:tav>
                                        <p:tav tm="100000">
                                          <p:val>
                                            <p:strVal val="#ppt_y"/>
                                          </p:val>
                                        </p:tav>
                                      </p:tavLst>
                                    </p:anim>
                                  </p:childTnLst>
                                </p:cTn>
                              </p:par>
                              <p:par>
                                <p:cTn id="144" presetID="42" presetClass="entr" presetSubtype="0" fill="hold" grpId="0" nodeType="withEffect">
                                  <p:stCondLst>
                                    <p:cond delay="0"/>
                                  </p:stCondLst>
                                  <p:childTnLst>
                                    <p:set>
                                      <p:cBhvr>
                                        <p:cTn id="145" dur="1" fill="hold">
                                          <p:stCondLst>
                                            <p:cond delay="0"/>
                                          </p:stCondLst>
                                        </p:cTn>
                                        <p:tgtEl>
                                          <p:spTgt spid="75"/>
                                        </p:tgtEl>
                                        <p:attrNameLst>
                                          <p:attrName>style.visibility</p:attrName>
                                        </p:attrNameLst>
                                      </p:cBhvr>
                                      <p:to>
                                        <p:strVal val="visible"/>
                                      </p:to>
                                    </p:set>
                                    <p:animEffect transition="in" filter="fade">
                                      <p:cBhvr>
                                        <p:cTn id="146" dur="1000"/>
                                        <p:tgtEl>
                                          <p:spTgt spid="75"/>
                                        </p:tgtEl>
                                      </p:cBhvr>
                                    </p:animEffect>
                                    <p:anim calcmode="lin" valueType="num">
                                      <p:cBhvr>
                                        <p:cTn id="147" dur="1000" fill="hold"/>
                                        <p:tgtEl>
                                          <p:spTgt spid="75"/>
                                        </p:tgtEl>
                                        <p:attrNameLst>
                                          <p:attrName>ppt_x</p:attrName>
                                        </p:attrNameLst>
                                      </p:cBhvr>
                                      <p:tavLst>
                                        <p:tav tm="0">
                                          <p:val>
                                            <p:strVal val="#ppt_x"/>
                                          </p:val>
                                        </p:tav>
                                        <p:tav tm="100000">
                                          <p:val>
                                            <p:strVal val="#ppt_x"/>
                                          </p:val>
                                        </p:tav>
                                      </p:tavLst>
                                    </p:anim>
                                    <p:anim calcmode="lin" valueType="num">
                                      <p:cBhvr>
                                        <p:cTn id="148" dur="1000" fill="hold"/>
                                        <p:tgtEl>
                                          <p:spTgt spid="7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 grpId="0"/>
      <p:bldP spid="183" grpId="0"/>
      <p:bldP spid="19" grpId="0"/>
      <p:bldP spid="20" grpId="0"/>
      <p:bldP spid="32" grpId="0" animBg="1"/>
      <p:bldP spid="33" grpId="0"/>
      <p:bldP spid="37" grpId="0" animBg="1"/>
      <p:bldP spid="39" grpId="0"/>
      <p:bldP spid="41" grpId="0" animBg="1"/>
      <p:bldP spid="42" grpId="0"/>
      <p:bldP spid="47" grpId="0" animBg="1"/>
      <p:bldP spid="48" grpId="0"/>
      <p:bldP spid="50" grpId="0" animBg="1"/>
      <p:bldP spid="51" grpId="0"/>
      <p:bldP spid="53" grpId="0" animBg="1"/>
      <p:bldP spid="54" grpId="0"/>
      <p:bldP spid="56" grpId="0" animBg="1"/>
      <p:bldP spid="74" grpId="0"/>
      <p:bldP spid="7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grpSp>
        <p:nvGrpSpPr>
          <p:cNvPr id="263" name="Google Shape;263;p22"/>
          <p:cNvGrpSpPr/>
          <p:nvPr/>
        </p:nvGrpSpPr>
        <p:grpSpPr>
          <a:xfrm>
            <a:off x="862618" y="891882"/>
            <a:ext cx="10438221" cy="5494231"/>
            <a:chOff x="0" y="-47625"/>
            <a:chExt cx="4123742" cy="2170560"/>
          </a:xfrm>
        </p:grpSpPr>
        <p:sp>
          <p:nvSpPr>
            <p:cNvPr id="264" name="Google Shape;264;p22"/>
            <p:cNvSpPr/>
            <p:nvPr/>
          </p:nvSpPr>
          <p:spPr>
            <a:xfrm>
              <a:off x="0" y="0"/>
              <a:ext cx="4123742" cy="2122935"/>
            </a:xfrm>
            <a:custGeom>
              <a:avLst/>
              <a:gdLst/>
              <a:ahLst/>
              <a:cxnLst/>
              <a:rect l="l" t="t" r="r" b="b"/>
              <a:pathLst>
                <a:path w="4123742" h="2122935" extrusionOk="0">
                  <a:moveTo>
                    <a:pt x="0" y="0"/>
                  </a:moveTo>
                  <a:lnTo>
                    <a:pt x="4123742" y="0"/>
                  </a:lnTo>
                  <a:lnTo>
                    <a:pt x="4123742" y="2122935"/>
                  </a:lnTo>
                  <a:lnTo>
                    <a:pt x="0" y="2122935"/>
                  </a:lnTo>
                  <a:close/>
                </a:path>
              </a:pathLst>
            </a:custGeom>
            <a:solidFill>
              <a:srgbClr val="000000">
                <a:alpha val="0"/>
              </a:srgbClr>
            </a:solidFill>
            <a:ln w="38100" cap="sq" cmpd="sng">
              <a:solidFill>
                <a:srgbClr val="71CBEF"/>
              </a:solidFill>
              <a:prstDash val="solid"/>
              <a:miter lim="8000"/>
              <a:headEnd type="none" w="sm" len="sm"/>
              <a:tailEnd type="none" w="sm" len="sm"/>
            </a:ln>
          </p:spPr>
        </p:sp>
        <p:sp>
          <p:nvSpPr>
            <p:cNvPr id="265" name="Google Shape;265;p22"/>
            <p:cNvSpPr txBox="1"/>
            <p:nvPr/>
          </p:nvSpPr>
          <p:spPr>
            <a:xfrm>
              <a:off x="0" y="-47625"/>
              <a:ext cx="812800" cy="860425"/>
            </a:xfrm>
            <a:prstGeom prst="rect">
              <a:avLst/>
            </a:prstGeom>
            <a:noFill/>
            <a:ln>
              <a:noFill/>
            </a:ln>
          </p:spPr>
          <p:txBody>
            <a:bodyPr spcFirstLastPara="1" wrap="square" lIns="33867" tIns="33867" rIns="33867" bIns="33867" anchor="ctr" anchorCtr="0">
              <a:noAutofit/>
            </a:bodyPr>
            <a:lstStyle/>
            <a:p>
              <a:pPr algn="ctr">
                <a:lnSpc>
                  <a:spcPct val="186611"/>
                </a:lnSpc>
              </a:pPr>
              <a:endParaRPr sz="1200">
                <a:solidFill>
                  <a:schemeClr val="dk1"/>
                </a:solidFill>
                <a:latin typeface="Calibri"/>
                <a:ea typeface="Calibri"/>
                <a:cs typeface="Calibri"/>
                <a:sym typeface="Calibri"/>
              </a:endParaRPr>
            </a:p>
          </p:txBody>
        </p:sp>
      </p:grpSp>
      <p:pic>
        <p:nvPicPr>
          <p:cNvPr id="3" name="Picture 2">
            <a:extLst>
              <a:ext uri="{FF2B5EF4-FFF2-40B4-BE49-F238E27FC236}">
                <a16:creationId xmlns:a16="http://schemas.microsoft.com/office/drawing/2014/main" id="{BED69868-6C04-40B5-B430-E309D26E7438}"/>
              </a:ext>
            </a:extLst>
          </p:cNvPr>
          <p:cNvPicPr>
            <a:picLocks noChangeAspect="1"/>
          </p:cNvPicPr>
          <p:nvPr/>
        </p:nvPicPr>
        <p:blipFill rotWithShape="1">
          <a:blip r:embed="rId3">
            <a:alphaModFix amt="98000"/>
            <a:extLst>
              <a:ext uri="{28A0092B-C50C-407E-A947-70E740481C1C}">
                <a14:useLocalDpi xmlns:a14="http://schemas.microsoft.com/office/drawing/2010/main" val="0"/>
              </a:ext>
            </a:extLst>
          </a:blip>
          <a:srcRect t="6470" b="38273"/>
          <a:stretch/>
        </p:blipFill>
        <p:spPr>
          <a:xfrm>
            <a:off x="0" y="479531"/>
            <a:ext cx="12192000" cy="3744021"/>
          </a:xfrm>
          <a:prstGeom prst="rect">
            <a:avLst/>
          </a:prstGeom>
          <a:effectLst>
            <a:outerShdw blurRad="50800" dist="38100" dir="2700000" algn="tl" rotWithShape="0">
              <a:schemeClr val="tx2">
                <a:alpha val="40000"/>
              </a:schemeClr>
            </a:outerShdw>
          </a:effectLst>
        </p:spPr>
      </p:pic>
      <p:sp>
        <p:nvSpPr>
          <p:cNvPr id="267" name="Google Shape;267;p22"/>
          <p:cNvSpPr txBox="1"/>
          <p:nvPr/>
        </p:nvSpPr>
        <p:spPr>
          <a:xfrm>
            <a:off x="1060082" y="4642315"/>
            <a:ext cx="10043291" cy="738664"/>
          </a:xfrm>
          <a:prstGeom prst="rect">
            <a:avLst/>
          </a:prstGeom>
          <a:noFill/>
          <a:ln>
            <a:noFill/>
          </a:ln>
        </p:spPr>
        <p:txBody>
          <a:bodyPr spcFirstLastPara="1" wrap="square" lIns="0" tIns="0" rIns="0" bIns="0" anchor="t" anchorCtr="0">
            <a:spAutoFit/>
          </a:bodyPr>
          <a:lstStyle/>
          <a:p>
            <a:pPr algn="ctr">
              <a:lnSpc>
                <a:spcPct val="120000"/>
              </a:lnSpc>
            </a:pPr>
            <a:r>
              <a:rPr lang="fa-IR" sz="4000" dirty="0">
                <a:solidFill>
                  <a:schemeClr val="tx2"/>
                </a:solidFill>
                <a:latin typeface="Archivo Black"/>
                <a:cs typeface="B Titr" panose="00000700000000000000" pitchFamily="2" charset="-78"/>
                <a:sym typeface="Archivo Black"/>
              </a:rPr>
              <a:t>پکت سوئیچینگ برنده جنگ دیجیتال دوم</a:t>
            </a:r>
            <a:endParaRPr sz="4000" dirty="0">
              <a:solidFill>
                <a:schemeClr val="tx2"/>
              </a:solidFill>
              <a:cs typeface="B Titr" panose="00000700000000000000" pitchFamily="2" charset="-78"/>
            </a:endParaRPr>
          </a:p>
        </p:txBody>
      </p:sp>
      <p:sp>
        <p:nvSpPr>
          <p:cNvPr id="268" name="Google Shape;268;p22"/>
          <p:cNvSpPr/>
          <p:nvPr/>
        </p:nvSpPr>
        <p:spPr>
          <a:xfrm>
            <a:off x="1215167" y="4269484"/>
            <a:ext cx="983730" cy="521377"/>
          </a:xfrm>
          <a:custGeom>
            <a:avLst/>
            <a:gdLst/>
            <a:ahLst/>
            <a:cxnLst/>
            <a:rect l="l" t="t" r="r" b="b"/>
            <a:pathLst>
              <a:path w="1475595" h="782066" extrusionOk="0">
                <a:moveTo>
                  <a:pt x="0" y="0"/>
                </a:moveTo>
                <a:lnTo>
                  <a:pt x="1475595" y="0"/>
                </a:lnTo>
                <a:lnTo>
                  <a:pt x="1475595" y="782065"/>
                </a:lnTo>
                <a:lnTo>
                  <a:pt x="0" y="782065"/>
                </a:lnTo>
                <a:lnTo>
                  <a:pt x="0" y="0"/>
                </a:lnTo>
                <a:close/>
              </a:path>
            </a:pathLst>
          </a:custGeom>
          <a:blipFill rotWithShape="1">
            <a:blip r:embed="rId4">
              <a:alphaModFix/>
            </a:blip>
            <a:stretch>
              <a:fillRect/>
            </a:stretch>
          </a:blipFill>
          <a:ln>
            <a:noFill/>
          </a:ln>
        </p:spPr>
      </p:sp>
      <p:sp>
        <p:nvSpPr>
          <p:cNvPr id="269" name="Google Shape;269;p22"/>
          <p:cNvSpPr/>
          <p:nvPr/>
        </p:nvSpPr>
        <p:spPr>
          <a:xfrm>
            <a:off x="10321159" y="5541838"/>
            <a:ext cx="1592971" cy="844275"/>
          </a:xfrm>
          <a:custGeom>
            <a:avLst/>
            <a:gdLst/>
            <a:ahLst/>
            <a:cxnLst/>
            <a:rect l="l" t="t" r="r" b="b"/>
            <a:pathLst>
              <a:path w="2389457" h="1266412" extrusionOk="0">
                <a:moveTo>
                  <a:pt x="0" y="0"/>
                </a:moveTo>
                <a:lnTo>
                  <a:pt x="2389456" y="0"/>
                </a:lnTo>
                <a:lnTo>
                  <a:pt x="2389456" y="1266412"/>
                </a:lnTo>
                <a:lnTo>
                  <a:pt x="0" y="1266412"/>
                </a:lnTo>
                <a:lnTo>
                  <a:pt x="0" y="0"/>
                </a:lnTo>
                <a:close/>
              </a:path>
            </a:pathLst>
          </a:custGeom>
          <a:blipFill rotWithShape="1">
            <a:blip r:embed="rId4">
              <a:alphaModFix/>
            </a:blip>
            <a:stretch>
              <a:fillRect/>
            </a:stretch>
          </a:blipFill>
          <a:ln>
            <a:noFill/>
          </a:ln>
        </p:spPr>
      </p:sp>
      <p:pic>
        <p:nvPicPr>
          <p:cNvPr id="270" name="Google Shape;270;p22"/>
          <p:cNvPicPr preferRelativeResize="0"/>
          <p:nvPr/>
        </p:nvPicPr>
        <p:blipFill>
          <a:blip r:embed="rId5">
            <a:extLst>
              <a:ext uri="{28A0092B-C50C-407E-A947-70E740481C1C}">
                <a14:useLocalDpi xmlns:a14="http://schemas.microsoft.com/office/drawing/2010/main" val="0"/>
              </a:ext>
            </a:extLst>
          </a:blip>
          <a:srcRect/>
          <a:stretch/>
        </p:blipFill>
        <p:spPr>
          <a:xfrm>
            <a:off x="3273750" y="479531"/>
            <a:ext cx="5616033" cy="3744022"/>
          </a:xfrm>
          <a:prstGeom prst="rect">
            <a:avLst/>
          </a:prstGeom>
          <a:noFill/>
          <a:ln>
            <a:noFill/>
          </a:ln>
          <a:effectLst>
            <a:outerShdw blurRad="50800" dist="50800" dir="5400000" algn="ctr" rotWithShape="0">
              <a:schemeClr val="bg2">
                <a:alpha val="63000"/>
              </a:schemeClr>
            </a:outerShdw>
          </a:effectLst>
        </p:spPr>
      </p:pic>
      <p:sp>
        <p:nvSpPr>
          <p:cNvPr id="12" name="TextBox 4">
            <a:extLst>
              <a:ext uri="{FF2B5EF4-FFF2-40B4-BE49-F238E27FC236}">
                <a16:creationId xmlns:a16="http://schemas.microsoft.com/office/drawing/2014/main" id="{EE0A9B46-1C58-499E-821E-D97898D75B10}"/>
              </a:ext>
            </a:extLst>
          </p:cNvPr>
          <p:cNvSpPr txBox="1"/>
          <p:nvPr/>
        </p:nvSpPr>
        <p:spPr>
          <a:xfrm>
            <a:off x="500342" y="6441358"/>
            <a:ext cx="2781300" cy="2616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accent5"/>
                </a:solidFill>
              </a:rPr>
              <a:t>Presented by Pouya Tavakoli</a:t>
            </a:r>
          </a:p>
        </p:txBody>
      </p:sp>
      <p:sp>
        <p:nvSpPr>
          <p:cNvPr id="11" name="TextBox 10">
            <a:extLst>
              <a:ext uri="{FF2B5EF4-FFF2-40B4-BE49-F238E27FC236}">
                <a16:creationId xmlns:a16="http://schemas.microsoft.com/office/drawing/2014/main" id="{D6AF1E91-B65C-496D-9217-9835CE850531}"/>
              </a:ext>
            </a:extLst>
          </p:cNvPr>
          <p:cNvSpPr txBox="1"/>
          <p:nvPr/>
        </p:nvSpPr>
        <p:spPr>
          <a:xfrm>
            <a:off x="10435347" y="6427086"/>
            <a:ext cx="1637489" cy="276999"/>
          </a:xfrm>
          <a:prstGeom prst="rect">
            <a:avLst/>
          </a:prstGeom>
          <a:noFill/>
        </p:spPr>
        <p:txBody>
          <a:bodyPr wrap="square">
            <a:spAutoFit/>
          </a:bodyPr>
          <a:lstStyle/>
          <a:p>
            <a:r>
              <a:rPr lang="en-US" sz="1200" dirty="0">
                <a:solidFill>
                  <a:schemeClr val="bg1"/>
                </a:solidFill>
              </a:rPr>
              <a:t>Book p.50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grpSp>
        <p:nvGrpSpPr>
          <p:cNvPr id="415" name="Google Shape;415;p29"/>
          <p:cNvGrpSpPr/>
          <p:nvPr/>
        </p:nvGrpSpPr>
        <p:grpSpPr>
          <a:xfrm>
            <a:off x="0" y="0"/>
            <a:ext cx="12192000" cy="6858000"/>
            <a:chOff x="0" y="0"/>
            <a:chExt cx="24384000" cy="13716000"/>
          </a:xfrm>
        </p:grpSpPr>
        <p:sp>
          <p:nvSpPr>
            <p:cNvPr id="416" name="Google Shape;416;p29"/>
            <p:cNvSpPr/>
            <p:nvPr/>
          </p:nvSpPr>
          <p:spPr>
            <a:xfrm rot="5400000">
              <a:off x="8503696" y="-8503696"/>
              <a:ext cx="7376608" cy="24384000"/>
            </a:xfrm>
            <a:custGeom>
              <a:avLst/>
              <a:gdLst/>
              <a:ahLst/>
              <a:cxnLst/>
              <a:rect l="l" t="t" r="r" b="b"/>
              <a:pathLst>
                <a:path w="7376608" h="24384000" extrusionOk="0">
                  <a:moveTo>
                    <a:pt x="0" y="0"/>
                  </a:moveTo>
                  <a:lnTo>
                    <a:pt x="7376608" y="0"/>
                  </a:lnTo>
                  <a:lnTo>
                    <a:pt x="7376608" y="24384000"/>
                  </a:lnTo>
                  <a:lnTo>
                    <a:pt x="0" y="24384000"/>
                  </a:lnTo>
                  <a:lnTo>
                    <a:pt x="0" y="0"/>
                  </a:lnTo>
                  <a:close/>
                </a:path>
              </a:pathLst>
            </a:custGeom>
            <a:blipFill rotWithShape="1">
              <a:blip r:embed="rId3">
                <a:alphaModFix/>
              </a:blip>
              <a:stretch>
                <a:fillRect l="-25549" r="-205008"/>
              </a:stretch>
            </a:blipFill>
            <a:ln>
              <a:noFill/>
            </a:ln>
          </p:spPr>
        </p:sp>
        <p:sp>
          <p:nvSpPr>
            <p:cNvPr id="417" name="Google Shape;417;p29"/>
            <p:cNvSpPr/>
            <p:nvPr/>
          </p:nvSpPr>
          <p:spPr>
            <a:xfrm rot="5400000" flipH="1">
              <a:off x="9022304" y="-1645696"/>
              <a:ext cx="6339392" cy="24384000"/>
            </a:xfrm>
            <a:custGeom>
              <a:avLst/>
              <a:gdLst/>
              <a:ahLst/>
              <a:cxnLst/>
              <a:rect l="l" t="t" r="r" b="b"/>
              <a:pathLst>
                <a:path w="6339392" h="24384000" extrusionOk="0">
                  <a:moveTo>
                    <a:pt x="0" y="24384000"/>
                  </a:moveTo>
                  <a:lnTo>
                    <a:pt x="6339392" y="24384000"/>
                  </a:lnTo>
                  <a:lnTo>
                    <a:pt x="6339392" y="0"/>
                  </a:lnTo>
                  <a:lnTo>
                    <a:pt x="0" y="0"/>
                  </a:lnTo>
                  <a:lnTo>
                    <a:pt x="0" y="24384000"/>
                  </a:lnTo>
                  <a:close/>
                </a:path>
              </a:pathLst>
            </a:custGeom>
            <a:blipFill rotWithShape="1">
              <a:blip r:embed="rId3">
                <a:alphaModFix/>
              </a:blip>
              <a:stretch>
                <a:fillRect l="-29728" r="-254902"/>
              </a:stretch>
            </a:blipFill>
            <a:ln>
              <a:noFill/>
            </a:ln>
          </p:spPr>
        </p:sp>
      </p:grpSp>
      <p:grpSp>
        <p:nvGrpSpPr>
          <p:cNvPr id="418" name="Google Shape;418;p29"/>
          <p:cNvGrpSpPr/>
          <p:nvPr/>
        </p:nvGrpSpPr>
        <p:grpSpPr>
          <a:xfrm>
            <a:off x="513519" y="532021"/>
            <a:ext cx="11180722" cy="5849339"/>
            <a:chOff x="0" y="-47625"/>
            <a:chExt cx="4417075" cy="2310850"/>
          </a:xfrm>
        </p:grpSpPr>
        <p:sp>
          <p:nvSpPr>
            <p:cNvPr id="419" name="Google Shape;419;p29"/>
            <p:cNvSpPr/>
            <p:nvPr/>
          </p:nvSpPr>
          <p:spPr>
            <a:xfrm>
              <a:off x="0" y="0"/>
              <a:ext cx="4417075" cy="2263225"/>
            </a:xfrm>
            <a:custGeom>
              <a:avLst/>
              <a:gdLst/>
              <a:ahLst/>
              <a:cxnLst/>
              <a:rect l="l" t="t" r="r" b="b"/>
              <a:pathLst>
                <a:path w="4417075" h="2263225" extrusionOk="0">
                  <a:moveTo>
                    <a:pt x="0" y="0"/>
                  </a:moveTo>
                  <a:lnTo>
                    <a:pt x="4417075" y="0"/>
                  </a:lnTo>
                  <a:lnTo>
                    <a:pt x="4417075" y="2263225"/>
                  </a:lnTo>
                  <a:lnTo>
                    <a:pt x="0" y="2263225"/>
                  </a:lnTo>
                  <a:close/>
                </a:path>
              </a:pathLst>
            </a:custGeom>
            <a:solidFill>
              <a:srgbClr val="0F1A38"/>
            </a:solidFill>
            <a:ln>
              <a:noFill/>
            </a:ln>
          </p:spPr>
        </p:sp>
        <p:sp>
          <p:nvSpPr>
            <p:cNvPr id="420" name="Google Shape;420;p29"/>
            <p:cNvSpPr txBox="1"/>
            <p:nvPr/>
          </p:nvSpPr>
          <p:spPr>
            <a:xfrm>
              <a:off x="0" y="-47625"/>
              <a:ext cx="812800" cy="860425"/>
            </a:xfrm>
            <a:prstGeom prst="rect">
              <a:avLst/>
            </a:prstGeom>
            <a:noFill/>
            <a:ln>
              <a:noFill/>
            </a:ln>
          </p:spPr>
          <p:txBody>
            <a:bodyPr spcFirstLastPara="1" wrap="square" lIns="33867" tIns="33867" rIns="33867" bIns="33867" anchor="ctr" anchorCtr="0">
              <a:noAutofit/>
            </a:bodyPr>
            <a:lstStyle/>
            <a:p>
              <a:pPr algn="ctr">
                <a:lnSpc>
                  <a:spcPct val="186611"/>
                </a:lnSpc>
              </a:pPr>
              <a:endParaRPr sz="1200">
                <a:solidFill>
                  <a:schemeClr val="dk1"/>
                </a:solidFill>
                <a:latin typeface="Calibri"/>
                <a:ea typeface="Calibri"/>
                <a:cs typeface="Calibri"/>
                <a:sym typeface="Calibri"/>
              </a:endParaRPr>
            </a:p>
          </p:txBody>
        </p:sp>
      </p:grpSp>
      <p:grpSp>
        <p:nvGrpSpPr>
          <p:cNvPr id="421" name="Google Shape;421;p29"/>
          <p:cNvGrpSpPr/>
          <p:nvPr/>
        </p:nvGrpSpPr>
        <p:grpSpPr>
          <a:xfrm>
            <a:off x="862618" y="859599"/>
            <a:ext cx="10438221" cy="5192927"/>
            <a:chOff x="0" y="-47625"/>
            <a:chExt cx="4123742" cy="2051527"/>
          </a:xfrm>
        </p:grpSpPr>
        <p:sp>
          <p:nvSpPr>
            <p:cNvPr id="422" name="Google Shape;422;p29"/>
            <p:cNvSpPr/>
            <p:nvPr/>
          </p:nvSpPr>
          <p:spPr>
            <a:xfrm>
              <a:off x="0" y="0"/>
              <a:ext cx="4123742" cy="2003902"/>
            </a:xfrm>
            <a:custGeom>
              <a:avLst/>
              <a:gdLst/>
              <a:ahLst/>
              <a:cxnLst/>
              <a:rect l="l" t="t" r="r" b="b"/>
              <a:pathLst>
                <a:path w="4123742" h="2003902" extrusionOk="0">
                  <a:moveTo>
                    <a:pt x="0" y="0"/>
                  </a:moveTo>
                  <a:lnTo>
                    <a:pt x="4123742" y="0"/>
                  </a:lnTo>
                  <a:lnTo>
                    <a:pt x="4123742" y="2003902"/>
                  </a:lnTo>
                  <a:lnTo>
                    <a:pt x="0" y="2003902"/>
                  </a:lnTo>
                  <a:close/>
                </a:path>
              </a:pathLst>
            </a:custGeom>
            <a:solidFill>
              <a:srgbClr val="000000">
                <a:alpha val="0"/>
              </a:srgbClr>
            </a:solidFill>
            <a:ln w="38100" cap="sq" cmpd="sng">
              <a:solidFill>
                <a:srgbClr val="71CBEF"/>
              </a:solidFill>
              <a:prstDash val="solid"/>
              <a:miter lim="8000"/>
              <a:headEnd type="none" w="sm" len="sm"/>
              <a:tailEnd type="none" w="sm" len="sm"/>
            </a:ln>
          </p:spPr>
        </p:sp>
        <p:sp>
          <p:nvSpPr>
            <p:cNvPr id="423" name="Google Shape;423;p29"/>
            <p:cNvSpPr txBox="1"/>
            <p:nvPr/>
          </p:nvSpPr>
          <p:spPr>
            <a:xfrm>
              <a:off x="0" y="-47625"/>
              <a:ext cx="812800" cy="860425"/>
            </a:xfrm>
            <a:prstGeom prst="rect">
              <a:avLst/>
            </a:prstGeom>
            <a:noFill/>
            <a:ln>
              <a:noFill/>
            </a:ln>
          </p:spPr>
          <p:txBody>
            <a:bodyPr spcFirstLastPara="1" wrap="square" lIns="33867" tIns="33867" rIns="33867" bIns="33867" anchor="ctr" anchorCtr="0">
              <a:noAutofit/>
            </a:bodyPr>
            <a:lstStyle/>
            <a:p>
              <a:pPr algn="ctr">
                <a:lnSpc>
                  <a:spcPct val="186611"/>
                </a:lnSpc>
              </a:pPr>
              <a:endParaRPr sz="1200">
                <a:solidFill>
                  <a:schemeClr val="dk1"/>
                </a:solidFill>
                <a:latin typeface="Calibri"/>
                <a:ea typeface="Calibri"/>
                <a:cs typeface="Calibri"/>
                <a:sym typeface="Calibri"/>
              </a:endParaRPr>
            </a:p>
          </p:txBody>
        </p:sp>
      </p:grpSp>
      <p:sp>
        <p:nvSpPr>
          <p:cNvPr id="424" name="Google Shape;424;p29"/>
          <p:cNvSpPr txBox="1"/>
          <p:nvPr/>
        </p:nvSpPr>
        <p:spPr>
          <a:xfrm>
            <a:off x="2486049" y="2510008"/>
            <a:ext cx="7219903" cy="1107996"/>
          </a:xfrm>
          <a:prstGeom prst="rect">
            <a:avLst/>
          </a:prstGeom>
          <a:noFill/>
          <a:ln>
            <a:noFill/>
          </a:ln>
        </p:spPr>
        <p:txBody>
          <a:bodyPr spcFirstLastPara="1" wrap="square" lIns="0" tIns="0" rIns="0" bIns="0" anchor="t" anchorCtr="0">
            <a:spAutoFit/>
          </a:bodyPr>
          <a:lstStyle/>
          <a:p>
            <a:pPr algn="ctr">
              <a:lnSpc>
                <a:spcPct val="120000"/>
              </a:lnSpc>
            </a:pPr>
            <a:r>
              <a:rPr lang="fa-IR" sz="6000" dirty="0">
                <a:solidFill>
                  <a:schemeClr val="tx2"/>
                </a:solidFill>
                <a:latin typeface="Archivo Black"/>
                <a:ea typeface="Archivo Black"/>
                <a:cs typeface="B Titr" panose="00000700000000000000" pitchFamily="2" charset="-78"/>
                <a:sym typeface="Archivo Black"/>
              </a:rPr>
              <a:t>با تشکر از توجه شما</a:t>
            </a:r>
            <a:endParaRPr sz="1200" dirty="0">
              <a:solidFill>
                <a:schemeClr val="tx2"/>
              </a:solidFill>
              <a:cs typeface="B Titr" panose="00000700000000000000" pitchFamily="2" charset="-78"/>
            </a:endParaRPr>
          </a:p>
        </p:txBody>
      </p:sp>
      <p:sp>
        <p:nvSpPr>
          <p:cNvPr id="425" name="Google Shape;425;p29"/>
          <p:cNvSpPr txBox="1"/>
          <p:nvPr/>
        </p:nvSpPr>
        <p:spPr>
          <a:xfrm>
            <a:off x="3788273" y="3684072"/>
            <a:ext cx="4586909" cy="400110"/>
          </a:xfrm>
          <a:prstGeom prst="rect">
            <a:avLst/>
          </a:prstGeom>
          <a:noFill/>
          <a:ln>
            <a:noFill/>
          </a:ln>
        </p:spPr>
        <p:txBody>
          <a:bodyPr spcFirstLastPara="1" wrap="square" lIns="0" tIns="0" rIns="0" bIns="0" anchor="t" anchorCtr="0">
            <a:spAutoFit/>
          </a:bodyPr>
          <a:lstStyle/>
          <a:p>
            <a:pPr algn="ctr">
              <a:lnSpc>
                <a:spcPct val="130000"/>
              </a:lnSpc>
            </a:pPr>
            <a:r>
              <a:rPr lang="fa-IR" sz="2000" dirty="0">
                <a:solidFill>
                  <a:srgbClr val="FFFFFF"/>
                </a:solidFill>
                <a:latin typeface="Arial"/>
                <a:cs typeface="B Titr" panose="00000700000000000000" pitchFamily="2" charset="-78"/>
                <a:sym typeface="Arial"/>
              </a:rPr>
              <a:t>دانش</a:t>
            </a:r>
            <a:r>
              <a:rPr lang="en-US" sz="2000" dirty="0">
                <a:solidFill>
                  <a:schemeClr val="bg1"/>
                </a:solidFill>
                <a:cs typeface="B Titr" panose="00000700000000000000" pitchFamily="2" charset="-78"/>
              </a:rPr>
              <a:t>،</a:t>
            </a:r>
            <a:r>
              <a:rPr lang="fa-IR" sz="2000" dirty="0">
                <a:solidFill>
                  <a:srgbClr val="FFFFFF"/>
                </a:solidFill>
                <a:latin typeface="Arial"/>
                <a:cs typeface="B Titr" panose="00000700000000000000" pitchFamily="2" charset="-78"/>
                <a:sym typeface="Arial"/>
              </a:rPr>
              <a:t> نخستین خط دفاعی در دنیای دیجیتال است.</a:t>
            </a:r>
            <a:endParaRPr lang="en-US" sz="2000" dirty="0">
              <a:cs typeface="B Titr" panose="00000700000000000000" pitchFamily="2" charset="-78"/>
            </a:endParaRPr>
          </a:p>
        </p:txBody>
      </p:sp>
      <p:sp>
        <p:nvSpPr>
          <p:cNvPr id="426" name="Google Shape;426;p29"/>
          <p:cNvSpPr/>
          <p:nvPr/>
        </p:nvSpPr>
        <p:spPr>
          <a:xfrm>
            <a:off x="2905654" y="2013190"/>
            <a:ext cx="983730" cy="521377"/>
          </a:xfrm>
          <a:custGeom>
            <a:avLst/>
            <a:gdLst/>
            <a:ahLst/>
            <a:cxnLst/>
            <a:rect l="l" t="t" r="r" b="b"/>
            <a:pathLst>
              <a:path w="1475595" h="782066" extrusionOk="0">
                <a:moveTo>
                  <a:pt x="0" y="0"/>
                </a:moveTo>
                <a:lnTo>
                  <a:pt x="1475595" y="0"/>
                </a:lnTo>
                <a:lnTo>
                  <a:pt x="1475595" y="782066"/>
                </a:lnTo>
                <a:lnTo>
                  <a:pt x="0" y="782066"/>
                </a:lnTo>
                <a:lnTo>
                  <a:pt x="0" y="0"/>
                </a:lnTo>
                <a:close/>
              </a:path>
            </a:pathLst>
          </a:custGeom>
          <a:blipFill rotWithShape="1">
            <a:blip r:embed="rId4">
              <a:alphaModFix/>
            </a:blip>
            <a:stretch>
              <a:fillRect/>
            </a:stretch>
          </a:blipFill>
          <a:ln>
            <a:noFill/>
          </a:ln>
        </p:spPr>
      </p:sp>
      <p:sp>
        <p:nvSpPr>
          <p:cNvPr id="427" name="Google Shape;427;p29"/>
          <p:cNvSpPr/>
          <p:nvPr/>
        </p:nvSpPr>
        <p:spPr>
          <a:xfrm>
            <a:off x="7716247" y="4480059"/>
            <a:ext cx="1592971" cy="844275"/>
          </a:xfrm>
          <a:custGeom>
            <a:avLst/>
            <a:gdLst/>
            <a:ahLst/>
            <a:cxnLst/>
            <a:rect l="l" t="t" r="r" b="b"/>
            <a:pathLst>
              <a:path w="2389457" h="1266412" extrusionOk="0">
                <a:moveTo>
                  <a:pt x="0" y="0"/>
                </a:moveTo>
                <a:lnTo>
                  <a:pt x="2389456" y="0"/>
                </a:lnTo>
                <a:lnTo>
                  <a:pt x="2389456" y="1266412"/>
                </a:lnTo>
                <a:lnTo>
                  <a:pt x="0" y="1266412"/>
                </a:lnTo>
                <a:lnTo>
                  <a:pt x="0" y="0"/>
                </a:lnTo>
                <a:close/>
              </a:path>
            </a:pathLst>
          </a:custGeom>
          <a:blipFill rotWithShape="1">
            <a:blip r:embed="rId4">
              <a:alphaModFix/>
            </a:blip>
            <a:stretch>
              <a:fillRect/>
            </a:stretch>
          </a:blipFill>
          <a:ln>
            <a:noFill/>
          </a:ln>
        </p:spPr>
      </p:sp>
    </p:spTree>
  </p:cSld>
  <p:clrMapOvr>
    <a:masterClrMapping/>
  </p:clrMapOvr>
</p:sld>
</file>

<file path=ppt/theme/theme1.xml><?xml version="1.0" encoding="utf-8"?>
<a:theme xmlns:a="http://schemas.openxmlformats.org/drawingml/2006/main" name="Cyber-Futuristic AI Technology Thesis Defense">
  <a:themeElements>
    <a:clrScheme name="Office">
      <a:dk1>
        <a:srgbClr val="0F1A38"/>
      </a:dk1>
      <a:lt1>
        <a:srgbClr val="FFFFFF"/>
      </a:lt1>
      <a:dk2>
        <a:srgbClr val="2D5B8F"/>
      </a:dk2>
      <a:lt2>
        <a:srgbClr val="71CBEF"/>
      </a:lt2>
      <a:accent1>
        <a:srgbClr val="0F1A38"/>
      </a:accent1>
      <a:accent2>
        <a:srgbClr val="2D5B8F"/>
      </a:accent2>
      <a:accent3>
        <a:srgbClr val="71CBEF"/>
      </a:accent3>
      <a:accent4>
        <a:srgbClr val="888888"/>
      </a:accent4>
      <a:accent5>
        <a:srgbClr val="FFFFFF"/>
      </a:accent5>
      <a:accent6>
        <a:srgbClr val="2D5B8F"/>
      </a:accent6>
      <a:hlink>
        <a:srgbClr val="FFFF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362</TotalTime>
  <Words>1076</Words>
  <Application>Microsoft Office PowerPoint</Application>
  <PresentationFormat>Widescreen</PresentationFormat>
  <Paragraphs>270</Paragraphs>
  <Slides>26</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Archivo Black</vt:lpstr>
      <vt:lpstr>Arial</vt:lpstr>
      <vt:lpstr>B Titr</vt:lpstr>
      <vt:lpstr>Calibri</vt:lpstr>
      <vt:lpstr>Noto Sans</vt:lpstr>
      <vt:lpstr>Cyber-Futuristic AI Technology Thesis Defense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Mahdi</dc:creator>
  <cp:lastModifiedBy>Pouya Tavakoli</cp:lastModifiedBy>
  <cp:revision>28</cp:revision>
  <dcterms:created xsi:type="dcterms:W3CDTF">2026-10-24T19:05:33Z</dcterms:created>
  <dcterms:modified xsi:type="dcterms:W3CDTF">2026-10-25T19:05:25Z</dcterms:modified>
</cp:coreProperties>
</file>